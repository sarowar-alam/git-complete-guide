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8" r:id="rId4"/>
    <p:sldId id="257" r:id="rId5"/>
    <p:sldId id="263" r:id="rId6"/>
    <p:sldId id="264" r:id="rId7"/>
    <p:sldId id="262" r:id="rId8"/>
    <p:sldId id="259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32CF5-B1A3-4689-A305-B92DE604EB06}" v="2" dt="2026-06-21T15:10:23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Sarowar Alam" userId="9539afdc-ec1f-45f6-8cbd-7124b29a6808" providerId="ADAL" clId="{2EE43518-8741-4AAD-A86A-DEF55C869D9A}"/>
    <pc:docChg chg="modSld">
      <pc:chgData name="MD Sarowar Alam" userId="9539afdc-ec1f-45f6-8cbd-7124b29a6808" providerId="ADAL" clId="{2EE43518-8741-4AAD-A86A-DEF55C869D9A}" dt="2026-06-21T15:10:23.511" v="1" actId="20577"/>
      <pc:docMkLst>
        <pc:docMk/>
      </pc:docMkLst>
      <pc:sldChg chg="modSp">
        <pc:chgData name="MD Sarowar Alam" userId="9539afdc-ec1f-45f6-8cbd-7124b29a6808" providerId="ADAL" clId="{2EE43518-8741-4AAD-A86A-DEF55C869D9A}" dt="2026-06-21T15:10:23.511" v="1" actId="20577"/>
        <pc:sldMkLst>
          <pc:docMk/>
          <pc:sldMk cId="705646989" sldId="256"/>
        </pc:sldMkLst>
        <pc:spChg chg="mod">
          <ac:chgData name="MD Sarowar Alam" userId="9539afdc-ec1f-45f6-8cbd-7124b29a6808" providerId="ADAL" clId="{2EE43518-8741-4AAD-A86A-DEF55C869D9A}" dt="2026-06-21T15:10:23.511" v="1" actId="20577"/>
          <ac:spMkLst>
            <pc:docMk/>
            <pc:sldMk cId="705646989" sldId="256"/>
            <ac:spMk id="3" creationId="{92F34F76-2C10-C4BE-4DD9-EFF976B4B8E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E7E47-7720-4A35-9F67-DEABC12B5892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C899D-F6B6-4237-94AE-058645CA54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756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C899D-F6B6-4237-94AE-058645CA54D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754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C899D-F6B6-4237-94AE-058645CA54D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534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53020-D912-4401-554C-5E15D631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44C7F-5AF3-5D54-E271-37847BF9D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85015-05D2-DA31-74AF-3EDB77584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5A78B-68BA-45DA-459E-EA5FFB484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C899D-F6B6-4237-94AE-058645CA54D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8356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F6567-66E3-AFFB-5198-7974E4AD3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3062" y="1864865"/>
            <a:ext cx="8131550" cy="2262781"/>
          </a:xfrm>
        </p:spPr>
        <p:txBody>
          <a:bodyPr>
            <a:normAutofit/>
          </a:bodyPr>
          <a:lstStyle/>
          <a:p>
            <a:r>
              <a:rPr lang="en-GB" dirty="0"/>
              <a:t>Version Control System (VCS)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34F76-2C10-C4BE-4DD9-EFF976B4B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3062" y="4127644"/>
            <a:ext cx="8131550" cy="1126283"/>
          </a:xfrm>
        </p:spPr>
        <p:txBody>
          <a:bodyPr>
            <a:normAutofit/>
          </a:bodyPr>
          <a:lstStyle/>
          <a:p>
            <a:r>
              <a:rPr lang="en-US" dirty="0"/>
              <a:t>DevOps Batch – 13</a:t>
            </a:r>
          </a:p>
          <a:p>
            <a:r>
              <a:rPr lang="en-US" dirty="0"/>
              <a:t>Module - 02</a:t>
            </a:r>
            <a:endParaRPr lang="en-GB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64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D1BB5-6ACF-9C93-8594-22D8288EE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470BA38E-2BC0-DAEF-F429-9EAD949CD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B2E5C811-ED1B-9EC5-00AF-E95781512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7B128095-A424-56B3-D119-0E7553428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51DA8635-1C5A-421D-9E32-CB6A4FABF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391211B5-59FB-3F9B-66D5-C16664C23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27DD4460-9930-85A0-737F-5FBC7C0C4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4DAB8F73-AB78-8CDE-6B78-5024A3FE5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4FB9F3A9-F0E7-84D0-AC6E-5EB72BBF2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DD50FED1-C903-5F70-B6CD-49472999B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32654588-CA8F-1CED-79B5-2CC624C5D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8520AD40-8394-4F0A-B99D-6941796E0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7259EB4B-9936-B631-53C1-B52CA0971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955B5D9C-CE33-352A-D265-17D2043B3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5664F1A-1836-C4CD-2F95-5F4533ACD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2FF68A74-1F73-E1B8-E150-5857CF71A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4488FCC3-049F-C8D0-C640-CE0DED195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A13034F9-33B6-3849-C881-141C02B20B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70DCDF3A-D051-5BAC-B6B8-07B1FD65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31">
              <a:extLst>
                <a:ext uri="{FF2B5EF4-FFF2-40B4-BE49-F238E27FC236}">
                  <a16:creationId xmlns:a16="http://schemas.microsoft.com/office/drawing/2014/main" id="{E187FBD9-CE53-7160-6FB2-79909A4A9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32">
              <a:extLst>
                <a:ext uri="{FF2B5EF4-FFF2-40B4-BE49-F238E27FC236}">
                  <a16:creationId xmlns:a16="http://schemas.microsoft.com/office/drawing/2014/main" id="{B763045B-9CD0-BAB3-E9E8-2D50151A6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33">
              <a:extLst>
                <a:ext uri="{FF2B5EF4-FFF2-40B4-BE49-F238E27FC236}">
                  <a16:creationId xmlns:a16="http://schemas.microsoft.com/office/drawing/2014/main" id="{45AEABE4-5B75-2457-29CB-FC3DB1080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34">
              <a:extLst>
                <a:ext uri="{FF2B5EF4-FFF2-40B4-BE49-F238E27FC236}">
                  <a16:creationId xmlns:a16="http://schemas.microsoft.com/office/drawing/2014/main" id="{5D2E4A03-2C08-F47A-1CA3-9ED01E3D82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35">
              <a:extLst>
                <a:ext uri="{FF2B5EF4-FFF2-40B4-BE49-F238E27FC236}">
                  <a16:creationId xmlns:a16="http://schemas.microsoft.com/office/drawing/2014/main" id="{6E890D1B-A73E-B35D-CD63-6CAEECB01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36">
              <a:extLst>
                <a:ext uri="{FF2B5EF4-FFF2-40B4-BE49-F238E27FC236}">
                  <a16:creationId xmlns:a16="http://schemas.microsoft.com/office/drawing/2014/main" id="{D148A63C-C63B-9930-1B67-318DDD7DDB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D1E4357D-DE05-B087-24A4-38D821103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6" name="Freeform 38">
              <a:extLst>
                <a:ext uri="{FF2B5EF4-FFF2-40B4-BE49-F238E27FC236}">
                  <a16:creationId xmlns:a16="http://schemas.microsoft.com/office/drawing/2014/main" id="{50E60707-8446-33B4-DBE6-8EA7A045C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D175002C-389F-06BA-D3C9-DE3D5981B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0" name="Freeform 11">
            <a:extLst>
              <a:ext uri="{FF2B5EF4-FFF2-40B4-BE49-F238E27FC236}">
                <a16:creationId xmlns:a16="http://schemas.microsoft.com/office/drawing/2014/main" id="{F29CDEC7-3048-6AB7-C593-9AC06D838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CAD34A39-BD01-B980-9728-CD9F5E590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E5667C7-198F-A074-30E2-05C0BD5F6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5A01F-1B32-5893-342A-3CAEF66B1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3391" y="624110"/>
            <a:ext cx="9383408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Version Control System (VCS)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96" name="Freeform 11">
            <a:extLst>
              <a:ext uri="{FF2B5EF4-FFF2-40B4-BE49-F238E27FC236}">
                <a16:creationId xmlns:a16="http://schemas.microsoft.com/office/drawing/2014/main" id="{BFBDEE11-6B3E-0F7C-D35B-BF41F00B1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DCF27-3BB5-352D-D1B1-6AFE18339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3392" y="2623930"/>
            <a:ext cx="9383408" cy="3698592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Wingdings 3" charset="2"/>
              <a:buChar char="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Version Control System (VCS) is a tool/software that helps you track changes made to files (usually source code), collaborate with others, and revert to previous versions when needed. It keeps a history of every change, who made it, when, and why. Think of it like a time machine for your code.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Track Changes Over Time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Collaboration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Backup &amp; Safety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Experiment Safely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Review &amp; Accountability</a:t>
            </a:r>
          </a:p>
          <a:p>
            <a:pPr marL="342900" indent="-342900">
              <a:buFont typeface="Wingdings 3" charset="2"/>
              <a:buChar char=""/>
            </a:pPr>
            <a:r>
              <a:rPr lang="en-GB" dirty="0"/>
              <a:t>Deployment Automation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51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4356B-E469-3CF8-15FD-D21A57AD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6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0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279DD7-8AC1-015A-1732-31475A102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3889" y="1059872"/>
            <a:ext cx="3012216" cy="48513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3600" dirty="0"/>
              <a:t>Other Version Control Systems</a:t>
            </a:r>
            <a:endParaRPr lang="en-US" sz="3600" dirty="0"/>
          </a:p>
        </p:txBody>
      </p:sp>
      <p:sp>
        <p:nvSpPr>
          <p:cNvPr id="94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A002B-D4E1-2CB6-8E4D-B74C0F5FA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860" y="568423"/>
            <a:ext cx="6224244" cy="16612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Version Control Systems fall into two main categories:</a:t>
            </a:r>
          </a:p>
          <a:p>
            <a:pPr marL="342900" indent="-342900">
              <a:buFont typeface="Wingdings 3" charset="2"/>
              <a:buChar char="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Distributed VCS → (Git, Mercurial)</a:t>
            </a:r>
          </a:p>
          <a:p>
            <a:pPr marL="342900" indent="-342900">
              <a:buFont typeface="Wingdings 3" charset="2"/>
              <a:buChar char="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Centralized VCS → (Subversion, Perforce)</a:t>
            </a:r>
          </a:p>
          <a:p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 is distributed, fast, and the most widely used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F28339-DE04-3F3B-783E-89C491505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181" y="2476313"/>
            <a:ext cx="6769856" cy="351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0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1FD08-6FDE-C5D3-B6E1-B1EB04B8D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58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9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0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1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2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3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4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5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6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7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8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9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72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3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4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5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6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7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8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9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0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1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2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3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7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 useBgFill="1">
        <p:nvSpPr>
          <p:cNvPr id="189" name="Rectangle 188">
            <a:extLst>
              <a:ext uri="{FF2B5EF4-FFF2-40B4-BE49-F238E27FC236}">
                <a16:creationId xmlns:a16="http://schemas.microsoft.com/office/drawing/2014/main" id="{F7E42047-F7E7-4687-BBE0-D4BDC8E77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8D6F839A-C8D9-4FBC-8EFD-9E56D12F4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06785" y="228600"/>
            <a:ext cx="2851523" cy="6638625"/>
            <a:chOff x="2487613" y="285750"/>
            <a:chExt cx="2428875" cy="5654676"/>
          </a:xfrm>
        </p:grpSpPr>
        <p:sp>
          <p:nvSpPr>
            <p:cNvPr id="192" name="Freeform 11">
              <a:extLst>
                <a:ext uri="{FF2B5EF4-FFF2-40B4-BE49-F238E27FC236}">
                  <a16:creationId xmlns:a16="http://schemas.microsoft.com/office/drawing/2014/main" id="{D1F0D09B-BA85-41B1-A8DE-73728B72E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3" name="Freeform 12">
              <a:extLst>
                <a:ext uri="{FF2B5EF4-FFF2-40B4-BE49-F238E27FC236}">
                  <a16:creationId xmlns:a16="http://schemas.microsoft.com/office/drawing/2014/main" id="{FB2D0F0C-3A27-4FC3-A6A3-D2095D9B2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4" name="Freeform 13">
              <a:extLst>
                <a:ext uri="{FF2B5EF4-FFF2-40B4-BE49-F238E27FC236}">
                  <a16:creationId xmlns:a16="http://schemas.microsoft.com/office/drawing/2014/main" id="{FA1C69EF-E6E6-4BDD-B62F-637FC9F3C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5" name="Freeform 14">
              <a:extLst>
                <a:ext uri="{FF2B5EF4-FFF2-40B4-BE49-F238E27FC236}">
                  <a16:creationId xmlns:a16="http://schemas.microsoft.com/office/drawing/2014/main" id="{75B4F36E-07F6-4E6F-A9D9-A7F6D9585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6" name="Freeform 15">
              <a:extLst>
                <a:ext uri="{FF2B5EF4-FFF2-40B4-BE49-F238E27FC236}">
                  <a16:creationId xmlns:a16="http://schemas.microsoft.com/office/drawing/2014/main" id="{7D9136C7-12F1-4F21-A438-ED7668DDF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7" name="Freeform 16">
              <a:extLst>
                <a:ext uri="{FF2B5EF4-FFF2-40B4-BE49-F238E27FC236}">
                  <a16:creationId xmlns:a16="http://schemas.microsoft.com/office/drawing/2014/main" id="{C718EF12-B769-45D9-9B6E-7AEAA3108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8" name="Freeform 17">
              <a:extLst>
                <a:ext uri="{FF2B5EF4-FFF2-40B4-BE49-F238E27FC236}">
                  <a16:creationId xmlns:a16="http://schemas.microsoft.com/office/drawing/2014/main" id="{534EAD53-3968-459E-B27C-09126A0FE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9" name="Freeform 18">
              <a:extLst>
                <a:ext uri="{FF2B5EF4-FFF2-40B4-BE49-F238E27FC236}">
                  <a16:creationId xmlns:a16="http://schemas.microsoft.com/office/drawing/2014/main" id="{67658BFE-59E2-4A2D-9E8A-18F81C350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0" name="Freeform 19">
              <a:extLst>
                <a:ext uri="{FF2B5EF4-FFF2-40B4-BE49-F238E27FC236}">
                  <a16:creationId xmlns:a16="http://schemas.microsoft.com/office/drawing/2014/main" id="{3FEC8A9E-385D-4407-9671-E30238022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1" name="Freeform 20">
              <a:extLst>
                <a:ext uri="{FF2B5EF4-FFF2-40B4-BE49-F238E27FC236}">
                  <a16:creationId xmlns:a16="http://schemas.microsoft.com/office/drawing/2014/main" id="{EFC82234-632C-4B76-A8FF-2C9C0DCA6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2" name="Freeform 21">
              <a:extLst>
                <a:ext uri="{FF2B5EF4-FFF2-40B4-BE49-F238E27FC236}">
                  <a16:creationId xmlns:a16="http://schemas.microsoft.com/office/drawing/2014/main" id="{662A4DB3-C195-4230-953D-307E4100F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3" name="Freeform 22">
              <a:extLst>
                <a:ext uri="{FF2B5EF4-FFF2-40B4-BE49-F238E27FC236}">
                  <a16:creationId xmlns:a16="http://schemas.microsoft.com/office/drawing/2014/main" id="{94D310CF-9541-4CD7-855B-E2E1EF343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70EDA856-A216-4EEC-9AB6-A59FFC703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47733" y="-786"/>
            <a:ext cx="2356675" cy="6854040"/>
            <a:chOff x="6627813" y="194833"/>
            <a:chExt cx="1952625" cy="5678918"/>
          </a:xfrm>
        </p:grpSpPr>
        <p:sp>
          <p:nvSpPr>
            <p:cNvPr id="206" name="Freeform 27">
              <a:extLst>
                <a:ext uri="{FF2B5EF4-FFF2-40B4-BE49-F238E27FC236}">
                  <a16:creationId xmlns:a16="http://schemas.microsoft.com/office/drawing/2014/main" id="{36F815B8-AFA8-45E9-A3D1-977F2D192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7" name="Freeform 28">
              <a:extLst>
                <a:ext uri="{FF2B5EF4-FFF2-40B4-BE49-F238E27FC236}">
                  <a16:creationId xmlns:a16="http://schemas.microsoft.com/office/drawing/2014/main" id="{5D8FF653-8B3F-4B96-904D-1A4482EAE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8" name="Freeform 29">
              <a:extLst>
                <a:ext uri="{FF2B5EF4-FFF2-40B4-BE49-F238E27FC236}">
                  <a16:creationId xmlns:a16="http://schemas.microsoft.com/office/drawing/2014/main" id="{4DD2E775-AB45-4AF1-B5B7-54948CFB9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9" name="Freeform 30">
              <a:extLst>
                <a:ext uri="{FF2B5EF4-FFF2-40B4-BE49-F238E27FC236}">
                  <a16:creationId xmlns:a16="http://schemas.microsoft.com/office/drawing/2014/main" id="{7BDE7E7B-E3AA-4A24-8F9D-CE77C96CA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" name="Freeform 31">
              <a:extLst>
                <a:ext uri="{FF2B5EF4-FFF2-40B4-BE49-F238E27FC236}">
                  <a16:creationId xmlns:a16="http://schemas.microsoft.com/office/drawing/2014/main" id="{D129CAA9-35E5-48CE-88AE-9806695C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1" name="Freeform 32">
              <a:extLst>
                <a:ext uri="{FF2B5EF4-FFF2-40B4-BE49-F238E27FC236}">
                  <a16:creationId xmlns:a16="http://schemas.microsoft.com/office/drawing/2014/main" id="{A73989FF-4EFF-4181-81A4-72EF2E67D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2" name="Freeform 33">
              <a:extLst>
                <a:ext uri="{FF2B5EF4-FFF2-40B4-BE49-F238E27FC236}">
                  <a16:creationId xmlns:a16="http://schemas.microsoft.com/office/drawing/2014/main" id="{8C2C17BD-8FA0-4F42-B2CD-5E5A9F542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3" name="Freeform 34">
              <a:extLst>
                <a:ext uri="{FF2B5EF4-FFF2-40B4-BE49-F238E27FC236}">
                  <a16:creationId xmlns:a16="http://schemas.microsoft.com/office/drawing/2014/main" id="{EEE99CF3-AD71-46FB-8E7D-67825F781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4" name="Freeform 35">
              <a:extLst>
                <a:ext uri="{FF2B5EF4-FFF2-40B4-BE49-F238E27FC236}">
                  <a16:creationId xmlns:a16="http://schemas.microsoft.com/office/drawing/2014/main" id="{D0F9D5ED-7591-4E88-9FDA-4C1DC47E9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5" name="Freeform 36">
              <a:extLst>
                <a:ext uri="{FF2B5EF4-FFF2-40B4-BE49-F238E27FC236}">
                  <a16:creationId xmlns:a16="http://schemas.microsoft.com/office/drawing/2014/main" id="{88FA7C13-D80D-4514-B9DB-87AE076A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6" name="Freeform 37">
              <a:extLst>
                <a:ext uri="{FF2B5EF4-FFF2-40B4-BE49-F238E27FC236}">
                  <a16:creationId xmlns:a16="http://schemas.microsoft.com/office/drawing/2014/main" id="{202C78DF-D842-450B-A87D-E035719E4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7" name="Freeform 38">
              <a:extLst>
                <a:ext uri="{FF2B5EF4-FFF2-40B4-BE49-F238E27FC236}">
                  <a16:creationId xmlns:a16="http://schemas.microsoft.com/office/drawing/2014/main" id="{A4789F83-2423-47F8-8958-48E477BAE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2A77A64-93A5-9C35-8012-1E8B54D34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9520" y="624110"/>
            <a:ext cx="6845092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/>
              <a:t>Why GiT</a:t>
            </a:r>
            <a:endParaRPr lang="en-US" sz="360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2C509E7A-337A-4664-BEC2-03F9BCA0A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1632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1" name="Freeform 11">
            <a:extLst>
              <a:ext uri="{FF2B5EF4-FFF2-40B4-BE49-F238E27FC236}">
                <a16:creationId xmlns:a16="http://schemas.microsoft.com/office/drawing/2014/main" id="{D9AB99AB-E300-4B19-97C3-9A12EA3C7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2716320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153" name="Picture 152" descr="Magnifying glass and question mark">
            <a:extLst>
              <a:ext uri="{FF2B5EF4-FFF2-40B4-BE49-F238E27FC236}">
                <a16:creationId xmlns:a16="http://schemas.microsoft.com/office/drawing/2014/main" id="{3E52CF56-BCF7-B585-4EE7-970C779B49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667" r="37019"/>
          <a:stretch>
            <a:fillRect/>
          </a:stretch>
        </p:blipFill>
        <p:spPr>
          <a:xfrm>
            <a:off x="20" y="1730"/>
            <a:ext cx="27205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28E0835-C292-63E8-4B53-877ED2065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6667" y="2133600"/>
            <a:ext cx="6847944" cy="3777622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Very fast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Best branching model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Used by millions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Supported by GitHub, GitLab, Bitbucket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Works offline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Highly flexible</a:t>
            </a:r>
          </a:p>
        </p:txBody>
      </p:sp>
    </p:spTree>
    <p:extLst>
      <p:ext uri="{BB962C8B-B14F-4D97-AF65-F5344CB8AC3E}">
        <p14:creationId xmlns:p14="http://schemas.microsoft.com/office/powerpoint/2010/main" val="178534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3D7AA-F8B1-B1E9-A9D1-AF0A4795A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57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8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9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0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1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3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4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5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6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7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8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71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2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3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4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5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6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7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8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9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0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1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2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84" name="Rectangle 183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6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BCB76-0AF3-DC8C-2BE6-BD450286E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3889" y="1059872"/>
            <a:ext cx="3012216" cy="48513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dirty="0"/>
              <a:t>Top Features of Git</a:t>
            </a:r>
            <a:endParaRPr lang="en-US" sz="3600" dirty="0"/>
          </a:p>
        </p:txBody>
      </p:sp>
      <p:sp>
        <p:nvSpPr>
          <p:cNvPr id="190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40842-880B-C6E3-A8FF-E7C68AF52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0368" y="1059872"/>
            <a:ext cx="6224244" cy="4851350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Distributed Version Control: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Everyone has a full copy of the repository (history + files). Works offline, Faster operations, Safer backups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Lightning-Fast Performance: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 is optimized for speed. Operations like commit, diff, and log are extremely fast because they run locally.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 3" charset="2"/>
              <a:buChar char="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Branching &amp; Merging (Best in the industry): Git makes branching: EasyCheapFastSafeYou can create new features, test ideas, or fix bugs without touching the main code. Merging branches is also very smooth.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Staging Area (Index):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Before committing, you can select exactly which changes should go into a commit. This allows: Partial commits, Cleaner commit history, Better control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19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B2C76-040B-DC71-BEA2-B8015068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947A6A5-829B-34B6-86EB-9F46ACE0D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57" name="Freeform 11">
              <a:extLst>
                <a:ext uri="{FF2B5EF4-FFF2-40B4-BE49-F238E27FC236}">
                  <a16:creationId xmlns:a16="http://schemas.microsoft.com/office/drawing/2014/main" id="{ED104C73-9D34-E44B-B535-9D1634A39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8" name="Freeform 12">
              <a:extLst>
                <a:ext uri="{FF2B5EF4-FFF2-40B4-BE49-F238E27FC236}">
                  <a16:creationId xmlns:a16="http://schemas.microsoft.com/office/drawing/2014/main" id="{399C5558-1783-4138-9B32-837DF4EA9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9" name="Freeform 13">
              <a:extLst>
                <a:ext uri="{FF2B5EF4-FFF2-40B4-BE49-F238E27FC236}">
                  <a16:creationId xmlns:a16="http://schemas.microsoft.com/office/drawing/2014/main" id="{585F915C-092C-1675-0F9B-0AE1CB198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0" name="Freeform 14">
              <a:extLst>
                <a:ext uri="{FF2B5EF4-FFF2-40B4-BE49-F238E27FC236}">
                  <a16:creationId xmlns:a16="http://schemas.microsoft.com/office/drawing/2014/main" id="{FD28ED28-DD95-B6D5-C300-89FF38F45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1" name="Freeform 15">
              <a:extLst>
                <a:ext uri="{FF2B5EF4-FFF2-40B4-BE49-F238E27FC236}">
                  <a16:creationId xmlns:a16="http://schemas.microsoft.com/office/drawing/2014/main" id="{097E4F6D-8B3D-E7A0-B3C3-9D3AA9279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874B722F-F29D-45A7-8805-E2879CB77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3" name="Freeform 17">
              <a:extLst>
                <a:ext uri="{FF2B5EF4-FFF2-40B4-BE49-F238E27FC236}">
                  <a16:creationId xmlns:a16="http://schemas.microsoft.com/office/drawing/2014/main" id="{CF90034B-46C6-9DC7-27CE-78CB7DF36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4" name="Freeform 18">
              <a:extLst>
                <a:ext uri="{FF2B5EF4-FFF2-40B4-BE49-F238E27FC236}">
                  <a16:creationId xmlns:a16="http://schemas.microsoft.com/office/drawing/2014/main" id="{F117D43B-550E-5014-E903-C4B6040D6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5" name="Freeform 19">
              <a:extLst>
                <a:ext uri="{FF2B5EF4-FFF2-40B4-BE49-F238E27FC236}">
                  <a16:creationId xmlns:a16="http://schemas.microsoft.com/office/drawing/2014/main" id="{6E5A6F90-6BBD-570B-DBD9-EAB614CE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6" name="Freeform 20">
              <a:extLst>
                <a:ext uri="{FF2B5EF4-FFF2-40B4-BE49-F238E27FC236}">
                  <a16:creationId xmlns:a16="http://schemas.microsoft.com/office/drawing/2014/main" id="{6931BE85-AD34-6BE8-5F6C-1E0C314CC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7" name="Freeform 21">
              <a:extLst>
                <a:ext uri="{FF2B5EF4-FFF2-40B4-BE49-F238E27FC236}">
                  <a16:creationId xmlns:a16="http://schemas.microsoft.com/office/drawing/2014/main" id="{789E9E0E-9B3B-AA07-20ED-39DA259D1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8" name="Freeform 22">
              <a:extLst>
                <a:ext uri="{FF2B5EF4-FFF2-40B4-BE49-F238E27FC236}">
                  <a16:creationId xmlns:a16="http://schemas.microsoft.com/office/drawing/2014/main" id="{A7C0A673-5A99-1870-E449-F233C7415A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8E0C195-F61E-596E-5432-1BC9D96FF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71" name="Freeform 27">
              <a:extLst>
                <a:ext uri="{FF2B5EF4-FFF2-40B4-BE49-F238E27FC236}">
                  <a16:creationId xmlns:a16="http://schemas.microsoft.com/office/drawing/2014/main" id="{FEE2EC9F-A1A5-EB8E-1E19-BE9D757A0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2" name="Freeform 28">
              <a:extLst>
                <a:ext uri="{FF2B5EF4-FFF2-40B4-BE49-F238E27FC236}">
                  <a16:creationId xmlns:a16="http://schemas.microsoft.com/office/drawing/2014/main" id="{0330013F-5106-94AD-AB37-8C2A2F45E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3" name="Freeform 29">
              <a:extLst>
                <a:ext uri="{FF2B5EF4-FFF2-40B4-BE49-F238E27FC236}">
                  <a16:creationId xmlns:a16="http://schemas.microsoft.com/office/drawing/2014/main" id="{78A20FBB-0FF6-1CC7-9FCD-6222777A2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4" name="Freeform 30">
              <a:extLst>
                <a:ext uri="{FF2B5EF4-FFF2-40B4-BE49-F238E27FC236}">
                  <a16:creationId xmlns:a16="http://schemas.microsoft.com/office/drawing/2014/main" id="{7F8307A6-7929-3087-CCB3-F65F00008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5" name="Freeform 31">
              <a:extLst>
                <a:ext uri="{FF2B5EF4-FFF2-40B4-BE49-F238E27FC236}">
                  <a16:creationId xmlns:a16="http://schemas.microsoft.com/office/drawing/2014/main" id="{A798D6B4-F2D8-7AC1-73A3-4AA4E7829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6" name="Freeform 32">
              <a:extLst>
                <a:ext uri="{FF2B5EF4-FFF2-40B4-BE49-F238E27FC236}">
                  <a16:creationId xmlns:a16="http://schemas.microsoft.com/office/drawing/2014/main" id="{29B8F0C8-AE24-64C3-D368-234EC782D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7" name="Freeform 33">
              <a:extLst>
                <a:ext uri="{FF2B5EF4-FFF2-40B4-BE49-F238E27FC236}">
                  <a16:creationId xmlns:a16="http://schemas.microsoft.com/office/drawing/2014/main" id="{DD620BE3-6D5C-3E9B-8DA6-AAB9D1A26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8" name="Freeform 34">
              <a:extLst>
                <a:ext uri="{FF2B5EF4-FFF2-40B4-BE49-F238E27FC236}">
                  <a16:creationId xmlns:a16="http://schemas.microsoft.com/office/drawing/2014/main" id="{EDA6E2EA-5CD3-1C26-9380-ACD9621DB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9" name="Freeform 35">
              <a:extLst>
                <a:ext uri="{FF2B5EF4-FFF2-40B4-BE49-F238E27FC236}">
                  <a16:creationId xmlns:a16="http://schemas.microsoft.com/office/drawing/2014/main" id="{0483F9BB-8E3B-C25A-19E8-BDFEFEB94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0" name="Freeform 36">
              <a:extLst>
                <a:ext uri="{FF2B5EF4-FFF2-40B4-BE49-F238E27FC236}">
                  <a16:creationId xmlns:a16="http://schemas.microsoft.com/office/drawing/2014/main" id="{5C599820-8D49-3FD9-68BB-0852E0FD1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1" name="Freeform 37">
              <a:extLst>
                <a:ext uri="{FF2B5EF4-FFF2-40B4-BE49-F238E27FC236}">
                  <a16:creationId xmlns:a16="http://schemas.microsoft.com/office/drawing/2014/main" id="{3C910CA4-50C1-B76C-3EAA-638E6E3B0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2" name="Freeform 38">
              <a:extLst>
                <a:ext uri="{FF2B5EF4-FFF2-40B4-BE49-F238E27FC236}">
                  <a16:creationId xmlns:a16="http://schemas.microsoft.com/office/drawing/2014/main" id="{BD005574-C073-E0AA-335F-3E073AB68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3358FF0-5673-B982-D5CB-ECC6117DF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6" name="Freeform 11">
            <a:extLst>
              <a:ext uri="{FF2B5EF4-FFF2-40B4-BE49-F238E27FC236}">
                <a16:creationId xmlns:a16="http://schemas.microsoft.com/office/drawing/2014/main" id="{0A8F5423-9DDF-86D3-839F-7CD26566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94E2CCB-457A-07D1-6DBF-79D933BDC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2A72B-A016-3C4E-C152-37F905FE2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3889" y="1059872"/>
            <a:ext cx="3012216" cy="48513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dirty="0"/>
              <a:t>Top Features of Git</a:t>
            </a:r>
            <a:endParaRPr lang="en-US" sz="3600" dirty="0"/>
          </a:p>
        </p:txBody>
      </p:sp>
      <p:sp>
        <p:nvSpPr>
          <p:cNvPr id="190" name="Freeform 11">
            <a:extLst>
              <a:ext uri="{FF2B5EF4-FFF2-40B4-BE49-F238E27FC236}">
                <a16:creationId xmlns:a16="http://schemas.microsoft.com/office/drawing/2014/main" id="{8D59B929-B3CA-CD49-309D-8057A8F4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3C048-2D57-484D-CD5D-DFCFE72B9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0368" y="1059872"/>
            <a:ext cx="6224244" cy="4851350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Integrity (SHA-1):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Every file and commit is check summed with SHA-1.Git ensures your data cannot be changed silently or corrupted.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Distributed Collaboration: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 makes collaboration easy using platforms like: GitHub, GitLab, Bitbucket. Everyone works on their own branches → merges → reviews.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 3" charset="2"/>
              <a:buChar char="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Powerful History Tracking: Who change what? When was it changed? Why was it changed? -  (git log, git blame, git show)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Lightweight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 Source &amp; Free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Flexibility</a:t>
            </a:r>
          </a:p>
        </p:txBody>
      </p:sp>
    </p:spTree>
    <p:extLst>
      <p:ext uri="{BB962C8B-B14F-4D97-AF65-F5344CB8AC3E}">
        <p14:creationId xmlns:p14="http://schemas.microsoft.com/office/powerpoint/2010/main" val="49782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6A4CC-A4CE-79F3-9105-5C71395D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A889BB59-0C39-1595-4A96-867A5A719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22DB28B6-9602-1078-1A32-0E938B9B4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4A226AAE-2B7F-149B-5740-037B260B83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770ADE46-7BD4-150A-D904-810FA630C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F5165E96-3C8F-FB5F-2ACF-AD24217E0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6C5542C0-94C7-6A63-06F2-81128EF5E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EE74F044-39B9-9650-4A2D-928E55E9F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54208A14-34BA-966A-3C20-C9CCB49DB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D9A842BF-ADC3-A949-46F4-5A2384098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984706B9-B213-95AD-7450-AA251D552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11C5D791-2744-AF76-71D3-0FC5F2C7D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05FCCC18-1362-4955-E0D5-498E2A03B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6874AF82-00C3-FB39-69C8-4AC478FE0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3E8545B-A984-C03B-F230-2F7759317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5ED988B7-CFD7-81B8-01AA-240DECB13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59868038-086F-318A-3DAB-29887E98AD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683A4158-62A8-65AB-5C76-AA023B2D9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A2DE194E-AF50-F20A-2A76-B76D5B094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31">
              <a:extLst>
                <a:ext uri="{FF2B5EF4-FFF2-40B4-BE49-F238E27FC236}">
                  <a16:creationId xmlns:a16="http://schemas.microsoft.com/office/drawing/2014/main" id="{D9BE9F3D-4E95-A71F-CF59-2E6353DB5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32">
              <a:extLst>
                <a:ext uri="{FF2B5EF4-FFF2-40B4-BE49-F238E27FC236}">
                  <a16:creationId xmlns:a16="http://schemas.microsoft.com/office/drawing/2014/main" id="{99CA4F43-364D-5E10-B8D8-C009F2F73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33">
              <a:extLst>
                <a:ext uri="{FF2B5EF4-FFF2-40B4-BE49-F238E27FC236}">
                  <a16:creationId xmlns:a16="http://schemas.microsoft.com/office/drawing/2014/main" id="{04B45FC0-B439-A1E7-8464-BE261325DC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34">
              <a:extLst>
                <a:ext uri="{FF2B5EF4-FFF2-40B4-BE49-F238E27FC236}">
                  <a16:creationId xmlns:a16="http://schemas.microsoft.com/office/drawing/2014/main" id="{4369F961-BFDE-B03A-AE75-1DCAE45A8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35">
              <a:extLst>
                <a:ext uri="{FF2B5EF4-FFF2-40B4-BE49-F238E27FC236}">
                  <a16:creationId xmlns:a16="http://schemas.microsoft.com/office/drawing/2014/main" id="{2123A21E-B1A6-7795-7C67-C200D9528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36">
              <a:extLst>
                <a:ext uri="{FF2B5EF4-FFF2-40B4-BE49-F238E27FC236}">
                  <a16:creationId xmlns:a16="http://schemas.microsoft.com/office/drawing/2014/main" id="{CF6CEE89-EB0D-2E0E-8A57-72146E41A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F70E24DD-8F17-771C-7FC0-1CCD4B5B4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6" name="Freeform 38">
              <a:extLst>
                <a:ext uri="{FF2B5EF4-FFF2-40B4-BE49-F238E27FC236}">
                  <a16:creationId xmlns:a16="http://schemas.microsoft.com/office/drawing/2014/main" id="{2216600C-E15F-4656-08AF-945045A94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1A53AE92-EBD8-C054-A5DF-9669378A3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0" name="Freeform 11">
            <a:extLst>
              <a:ext uri="{FF2B5EF4-FFF2-40B4-BE49-F238E27FC236}">
                <a16:creationId xmlns:a16="http://schemas.microsoft.com/office/drawing/2014/main" id="{EE97CEAA-24F2-245D-1DF8-93B6BCC05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7848BDA8-E047-0266-B443-7EA4C3C4D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E0FF22B-F2F0-4AD7-7081-B215B388C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46BFB-D8D1-0402-435F-C8A957B34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3391" y="624110"/>
            <a:ext cx="9383408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>
                <a:solidFill>
                  <a:srgbClr val="FFFFFF"/>
                </a:solidFill>
              </a:rPr>
              <a:t>Learning goals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96" name="Freeform 11">
            <a:extLst>
              <a:ext uri="{FF2B5EF4-FFF2-40B4-BE49-F238E27FC236}">
                <a16:creationId xmlns:a16="http://schemas.microsoft.com/office/drawing/2014/main" id="{CCECD642-1AEC-7292-1E19-42D5178BB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65F099-36F0-C836-2E8C-8B43EC6F4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3392" y="2623930"/>
            <a:ext cx="9383408" cy="3287292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Use Git confidently: init, stage, commit, branch, rebase, merge, bisect, stash, cherry-pick.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Fork a public repository, contribute via branches and PRs, keep your fork in sync.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Configure branch protection and recover from force-push mistakes.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Prepare a repo to run on Heroku and Render; deploy and troubleshoot.</a:t>
            </a:r>
          </a:p>
          <a:p>
            <a:pPr marL="342900" indent="-342900"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Create CI pipeline to deploy from Git.</a:t>
            </a:r>
          </a:p>
        </p:txBody>
      </p:sp>
    </p:spTree>
    <p:extLst>
      <p:ext uri="{BB962C8B-B14F-4D97-AF65-F5344CB8AC3E}">
        <p14:creationId xmlns:p14="http://schemas.microsoft.com/office/powerpoint/2010/main" val="105095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99CDD-006D-FFAA-F482-E0870510D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263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4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5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7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8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9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0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1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2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3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4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77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8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9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0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1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2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3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4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5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6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7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8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90" name="Rectangle 289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92" name="Freeform 11">
            <a:extLst>
              <a:ext uri="{FF2B5EF4-FFF2-40B4-BE49-F238E27FC236}">
                <a16:creationId xmlns:a16="http://schemas.microsoft.com/office/drawing/2014/main" id="{BFE4781A-41C7-4F27-8792-A74EFB8E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297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8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9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0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1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2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3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4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5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6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7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8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D4805C-FAF8-B8E3-C50D-F45E1B9B2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7056" y="1093380"/>
            <a:ext cx="3068182" cy="4671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600"/>
              <a:t>Git Branching </a:t>
            </a:r>
          </a:p>
        </p:txBody>
      </p:sp>
      <p:sp>
        <p:nvSpPr>
          <p:cNvPr id="310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BEF91-70E3-5FCF-D7C0-D7536A0A7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5509" y="1093380"/>
            <a:ext cx="6219103" cy="4679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Work on Features Without Breaking Main Code (</a:t>
            </a: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git checkout -b feature/login-system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342900" indent="-342900">
              <a:lnSpc>
                <a:spcPct val="90000"/>
              </a:lnSpc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Multiple Developers Can Work in Parallel (</a:t>
            </a: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Dev A: feature/payment-api | Dev B: feature/dashboard-ui | Dev C: bugfix/order-summary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342900" indent="-342900">
              <a:lnSpc>
                <a:spcPct val="90000"/>
              </a:lnSpc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Easier Bug Fixing (</a:t>
            </a: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git checkout -b hotfix/critical-db-error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Better Code Review and Collaboration (</a:t>
            </a: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Create branch → feature/cart-module, git push -u origin feature/cart-module, Open Pull Request → teammates review, Approve → merge to main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342900" indent="-342900">
              <a:lnSpc>
                <a:spcPct val="90000"/>
              </a:lnSpc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Helps Maintain Different Versions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Easy Rollback If Something Goes Wrong</a:t>
            </a:r>
          </a:p>
          <a:p>
            <a:pPr marL="342900" indent="-342900">
              <a:lnSpc>
                <a:spcPct val="90000"/>
              </a:lnSpc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Helps with CI/CD Pipelines</a:t>
            </a:r>
          </a:p>
        </p:txBody>
      </p:sp>
    </p:spTree>
    <p:extLst>
      <p:ext uri="{BB962C8B-B14F-4D97-AF65-F5344CB8AC3E}">
        <p14:creationId xmlns:p14="http://schemas.microsoft.com/office/powerpoint/2010/main" val="3074726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2DCAFD-8D91-215B-9F53-67C4D35EF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91AAA2E-CEF0-31D1-11B9-0077837A6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263" name="Freeform 11">
              <a:extLst>
                <a:ext uri="{FF2B5EF4-FFF2-40B4-BE49-F238E27FC236}">
                  <a16:creationId xmlns:a16="http://schemas.microsoft.com/office/drawing/2014/main" id="{69045A74-6D12-BA39-71BD-2AE051050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4" name="Freeform 12">
              <a:extLst>
                <a:ext uri="{FF2B5EF4-FFF2-40B4-BE49-F238E27FC236}">
                  <a16:creationId xmlns:a16="http://schemas.microsoft.com/office/drawing/2014/main" id="{95AABB79-51F2-2CF2-E833-5A2B47FF4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5" name="Freeform 13">
              <a:extLst>
                <a:ext uri="{FF2B5EF4-FFF2-40B4-BE49-F238E27FC236}">
                  <a16:creationId xmlns:a16="http://schemas.microsoft.com/office/drawing/2014/main" id="{D9CDB993-9655-39EE-12DD-E3FA73847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6" name="Freeform 14">
              <a:extLst>
                <a:ext uri="{FF2B5EF4-FFF2-40B4-BE49-F238E27FC236}">
                  <a16:creationId xmlns:a16="http://schemas.microsoft.com/office/drawing/2014/main" id="{89958BA6-F74E-3E95-10EB-28DF3D78D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7" name="Freeform 15">
              <a:extLst>
                <a:ext uri="{FF2B5EF4-FFF2-40B4-BE49-F238E27FC236}">
                  <a16:creationId xmlns:a16="http://schemas.microsoft.com/office/drawing/2014/main" id="{4611644E-E33D-0CF8-92D6-84DE54792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8" name="Freeform 16">
              <a:extLst>
                <a:ext uri="{FF2B5EF4-FFF2-40B4-BE49-F238E27FC236}">
                  <a16:creationId xmlns:a16="http://schemas.microsoft.com/office/drawing/2014/main" id="{8CDD2A0B-7523-7C87-748C-4D070A86B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9" name="Freeform 17">
              <a:extLst>
                <a:ext uri="{FF2B5EF4-FFF2-40B4-BE49-F238E27FC236}">
                  <a16:creationId xmlns:a16="http://schemas.microsoft.com/office/drawing/2014/main" id="{EB3D3EB4-F6DA-FCA1-759A-AD3D7B42A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0" name="Freeform 18">
              <a:extLst>
                <a:ext uri="{FF2B5EF4-FFF2-40B4-BE49-F238E27FC236}">
                  <a16:creationId xmlns:a16="http://schemas.microsoft.com/office/drawing/2014/main" id="{AE3741B9-1AB0-356E-CD47-45E47F264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1" name="Freeform 19">
              <a:extLst>
                <a:ext uri="{FF2B5EF4-FFF2-40B4-BE49-F238E27FC236}">
                  <a16:creationId xmlns:a16="http://schemas.microsoft.com/office/drawing/2014/main" id="{F0AD5054-FBE0-0F1A-A209-80B13C1E0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2" name="Freeform 20">
              <a:extLst>
                <a:ext uri="{FF2B5EF4-FFF2-40B4-BE49-F238E27FC236}">
                  <a16:creationId xmlns:a16="http://schemas.microsoft.com/office/drawing/2014/main" id="{59C29861-4C31-F804-F3FC-2555F4D1B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3" name="Freeform 21">
              <a:extLst>
                <a:ext uri="{FF2B5EF4-FFF2-40B4-BE49-F238E27FC236}">
                  <a16:creationId xmlns:a16="http://schemas.microsoft.com/office/drawing/2014/main" id="{66D27421-CD39-EED0-1B2E-BD0BD943C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4" name="Freeform 22">
              <a:extLst>
                <a:ext uri="{FF2B5EF4-FFF2-40B4-BE49-F238E27FC236}">
                  <a16:creationId xmlns:a16="http://schemas.microsoft.com/office/drawing/2014/main" id="{17B777C2-0CDD-61ED-4E0E-9839497E4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8E933AE7-FCCB-7352-C307-EA90A32E0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77" name="Freeform 27">
              <a:extLst>
                <a:ext uri="{FF2B5EF4-FFF2-40B4-BE49-F238E27FC236}">
                  <a16:creationId xmlns:a16="http://schemas.microsoft.com/office/drawing/2014/main" id="{447D7878-5258-69F6-2E78-5D662FE10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8" name="Freeform 28">
              <a:extLst>
                <a:ext uri="{FF2B5EF4-FFF2-40B4-BE49-F238E27FC236}">
                  <a16:creationId xmlns:a16="http://schemas.microsoft.com/office/drawing/2014/main" id="{44EAF851-CB2B-ED04-C4FB-D64CF20B9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9" name="Freeform 29">
              <a:extLst>
                <a:ext uri="{FF2B5EF4-FFF2-40B4-BE49-F238E27FC236}">
                  <a16:creationId xmlns:a16="http://schemas.microsoft.com/office/drawing/2014/main" id="{9E48709F-03AA-46FF-1C70-F84A9DA46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0" name="Freeform 30">
              <a:extLst>
                <a:ext uri="{FF2B5EF4-FFF2-40B4-BE49-F238E27FC236}">
                  <a16:creationId xmlns:a16="http://schemas.microsoft.com/office/drawing/2014/main" id="{6C42CE3C-5382-36F7-356B-6BEFCB6037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1" name="Freeform 31">
              <a:extLst>
                <a:ext uri="{FF2B5EF4-FFF2-40B4-BE49-F238E27FC236}">
                  <a16:creationId xmlns:a16="http://schemas.microsoft.com/office/drawing/2014/main" id="{4CB19388-4082-7053-1EA3-05AF99E99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2" name="Freeform 32">
              <a:extLst>
                <a:ext uri="{FF2B5EF4-FFF2-40B4-BE49-F238E27FC236}">
                  <a16:creationId xmlns:a16="http://schemas.microsoft.com/office/drawing/2014/main" id="{B8EDDB03-0E0C-E42C-EAB3-E8F95AB63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3" name="Freeform 33">
              <a:extLst>
                <a:ext uri="{FF2B5EF4-FFF2-40B4-BE49-F238E27FC236}">
                  <a16:creationId xmlns:a16="http://schemas.microsoft.com/office/drawing/2014/main" id="{8558B4C5-D3CB-7D49-1DD3-5B8753DF4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4" name="Freeform 34">
              <a:extLst>
                <a:ext uri="{FF2B5EF4-FFF2-40B4-BE49-F238E27FC236}">
                  <a16:creationId xmlns:a16="http://schemas.microsoft.com/office/drawing/2014/main" id="{C774D2FE-1F14-6CCF-3C0B-89DC18250E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5" name="Freeform 35">
              <a:extLst>
                <a:ext uri="{FF2B5EF4-FFF2-40B4-BE49-F238E27FC236}">
                  <a16:creationId xmlns:a16="http://schemas.microsoft.com/office/drawing/2014/main" id="{02845614-798D-3221-EAF6-DDAD144B7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6" name="Freeform 36">
              <a:extLst>
                <a:ext uri="{FF2B5EF4-FFF2-40B4-BE49-F238E27FC236}">
                  <a16:creationId xmlns:a16="http://schemas.microsoft.com/office/drawing/2014/main" id="{388EF294-5A56-17F7-F616-3DE597A61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7" name="Freeform 37">
              <a:extLst>
                <a:ext uri="{FF2B5EF4-FFF2-40B4-BE49-F238E27FC236}">
                  <a16:creationId xmlns:a16="http://schemas.microsoft.com/office/drawing/2014/main" id="{C223CE33-AB00-3886-DDF3-05CC7221B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8" name="Freeform 38">
              <a:extLst>
                <a:ext uri="{FF2B5EF4-FFF2-40B4-BE49-F238E27FC236}">
                  <a16:creationId xmlns:a16="http://schemas.microsoft.com/office/drawing/2014/main" id="{5528DA92-8A8F-BCA7-AFA3-66B3E8FA4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90" name="Rectangle 289">
            <a:extLst>
              <a:ext uri="{FF2B5EF4-FFF2-40B4-BE49-F238E27FC236}">
                <a16:creationId xmlns:a16="http://schemas.microsoft.com/office/drawing/2014/main" id="{7BB20D77-C883-0DE3-40D0-19E29E35E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92" name="Freeform 11">
            <a:extLst>
              <a:ext uri="{FF2B5EF4-FFF2-40B4-BE49-F238E27FC236}">
                <a16:creationId xmlns:a16="http://schemas.microsoft.com/office/drawing/2014/main" id="{59384E12-F1FC-EE94-88A5-8E5F2F144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E171DCB0-96F6-2B4A-3C38-833105315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6F0E51CC-F445-DED2-D54F-E38030BD2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297" name="Freeform 27">
              <a:extLst>
                <a:ext uri="{FF2B5EF4-FFF2-40B4-BE49-F238E27FC236}">
                  <a16:creationId xmlns:a16="http://schemas.microsoft.com/office/drawing/2014/main" id="{C81304F9-F813-23A5-B828-BB1A70A0E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8" name="Freeform 28">
              <a:extLst>
                <a:ext uri="{FF2B5EF4-FFF2-40B4-BE49-F238E27FC236}">
                  <a16:creationId xmlns:a16="http://schemas.microsoft.com/office/drawing/2014/main" id="{BCF11C31-55ED-BDA5-B91F-A59215633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9" name="Freeform 29">
              <a:extLst>
                <a:ext uri="{FF2B5EF4-FFF2-40B4-BE49-F238E27FC236}">
                  <a16:creationId xmlns:a16="http://schemas.microsoft.com/office/drawing/2014/main" id="{6A8184D3-7955-05C0-52EC-40378882E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0" name="Freeform 30">
              <a:extLst>
                <a:ext uri="{FF2B5EF4-FFF2-40B4-BE49-F238E27FC236}">
                  <a16:creationId xmlns:a16="http://schemas.microsoft.com/office/drawing/2014/main" id="{903623AE-3895-E12A-5B6F-8EB643AB5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1" name="Freeform 31">
              <a:extLst>
                <a:ext uri="{FF2B5EF4-FFF2-40B4-BE49-F238E27FC236}">
                  <a16:creationId xmlns:a16="http://schemas.microsoft.com/office/drawing/2014/main" id="{97DB0214-5B9D-28F3-2830-3EC43A1E2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2" name="Freeform 32">
              <a:extLst>
                <a:ext uri="{FF2B5EF4-FFF2-40B4-BE49-F238E27FC236}">
                  <a16:creationId xmlns:a16="http://schemas.microsoft.com/office/drawing/2014/main" id="{728FDFA3-BC9C-2675-246E-AF9E3E356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3" name="Freeform 33">
              <a:extLst>
                <a:ext uri="{FF2B5EF4-FFF2-40B4-BE49-F238E27FC236}">
                  <a16:creationId xmlns:a16="http://schemas.microsoft.com/office/drawing/2014/main" id="{1811C5DB-5EFB-E5FB-5190-17C06B6ED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4" name="Freeform 34">
              <a:extLst>
                <a:ext uri="{FF2B5EF4-FFF2-40B4-BE49-F238E27FC236}">
                  <a16:creationId xmlns:a16="http://schemas.microsoft.com/office/drawing/2014/main" id="{56BD4A40-6B8E-FF4D-1B12-7AD10C6FE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5" name="Freeform 35">
              <a:extLst>
                <a:ext uri="{FF2B5EF4-FFF2-40B4-BE49-F238E27FC236}">
                  <a16:creationId xmlns:a16="http://schemas.microsoft.com/office/drawing/2014/main" id="{DA7EF927-0A29-232F-7521-3A881FE9F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6" name="Freeform 36">
              <a:extLst>
                <a:ext uri="{FF2B5EF4-FFF2-40B4-BE49-F238E27FC236}">
                  <a16:creationId xmlns:a16="http://schemas.microsoft.com/office/drawing/2014/main" id="{2C052E86-86FE-02E1-1785-E833D0FED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7" name="Freeform 37">
              <a:extLst>
                <a:ext uri="{FF2B5EF4-FFF2-40B4-BE49-F238E27FC236}">
                  <a16:creationId xmlns:a16="http://schemas.microsoft.com/office/drawing/2014/main" id="{84C5A511-A2EF-2C75-CB97-098103889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8" name="Freeform 38">
              <a:extLst>
                <a:ext uri="{FF2B5EF4-FFF2-40B4-BE49-F238E27FC236}">
                  <a16:creationId xmlns:a16="http://schemas.microsoft.com/office/drawing/2014/main" id="{B2DF322A-0054-16DB-4262-7FC55B051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E8A001-A2E3-270F-C456-3F37079E4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7056" y="1093380"/>
            <a:ext cx="3068182" cy="4671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600" dirty="0"/>
              <a:t>Practical</a:t>
            </a:r>
          </a:p>
        </p:txBody>
      </p:sp>
      <p:sp>
        <p:nvSpPr>
          <p:cNvPr id="310" name="Freeform 11">
            <a:extLst>
              <a:ext uri="{FF2B5EF4-FFF2-40B4-BE49-F238E27FC236}">
                <a16:creationId xmlns:a16="http://schemas.microsoft.com/office/drawing/2014/main" id="{571ED788-3E87-BE62-4BBB-1B3219999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E0F1D04A-9B04-097C-BA5F-6A50E314D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A93DF8-B9F9-4A94-8953-75CDFC0D0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533" y="1692564"/>
            <a:ext cx="5870119" cy="330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560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251</TotalTime>
  <Words>562</Words>
  <Application>Microsoft Office PowerPoint</Application>
  <PresentationFormat>Widescreen</PresentationFormat>
  <Paragraphs>53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Century Gothic</vt:lpstr>
      <vt:lpstr>Wingdings 3</vt:lpstr>
      <vt:lpstr>Wisp</vt:lpstr>
      <vt:lpstr>Version Control System (VCS)</vt:lpstr>
      <vt:lpstr>Version Control System (VCS)</vt:lpstr>
      <vt:lpstr>Other Version Control Systems</vt:lpstr>
      <vt:lpstr>Why GiT</vt:lpstr>
      <vt:lpstr>Top Features of Git</vt:lpstr>
      <vt:lpstr>Top Features of Git</vt:lpstr>
      <vt:lpstr>Learning goals</vt:lpstr>
      <vt:lpstr>Git Branching </vt:lpstr>
      <vt:lpstr>Practical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Sarowar Alam</dc:creator>
  <cp:lastModifiedBy>MD Sarowar Alam</cp:lastModifiedBy>
  <cp:revision>1</cp:revision>
  <dcterms:created xsi:type="dcterms:W3CDTF">2025-11-23T12:42:46Z</dcterms:created>
  <dcterms:modified xsi:type="dcterms:W3CDTF">2026-06-21T15:10:26Z</dcterms:modified>
</cp:coreProperties>
</file>