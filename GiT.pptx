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1"/>
  </p:notesMasterIdLst>
  <p:sldIdLst>
    <p:sldId id="256" r:id="rId2"/>
    <p:sldId id="261" r:id="rId3"/>
    <p:sldId id="258" r:id="rId4"/>
    <p:sldId id="257" r:id="rId5"/>
    <p:sldId id="263" r:id="rId6"/>
    <p:sldId id="264" r:id="rId7"/>
    <p:sldId id="262" r:id="rId8"/>
    <p:sldId id="259" r:id="rId9"/>
    <p:sldId id="265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A79D8E7-FF9A-435B-91FA-E27FC5CD7EBD}" v="2" dt="2026-02-15T14:31:22.12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9" autoAdjust="0"/>
    <p:restoredTop sz="94660"/>
  </p:normalViewPr>
  <p:slideViewPr>
    <p:cSldViewPr snapToGrid="0">
      <p:cViewPr varScale="1">
        <p:scale>
          <a:sx n="130" d="100"/>
          <a:sy n="130" d="100"/>
        </p:scale>
        <p:origin x="162" y="19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d. Sarowar Alam" userId="9539afdc-ec1f-45f6-8cbd-7124b29a6808" providerId="ADAL" clId="{2589B6CF-D0E0-4975-B636-E8806377144A}"/>
    <pc:docChg chg="undo custSel addSld delSld modSld sldOrd">
      <pc:chgData name="Md. Sarowar Alam" userId="9539afdc-ec1f-45f6-8cbd-7124b29a6808" providerId="ADAL" clId="{2589B6CF-D0E0-4975-B636-E8806377144A}" dt="2026-02-15T14:31:22.124" v="184" actId="20577"/>
      <pc:docMkLst>
        <pc:docMk/>
      </pc:docMkLst>
      <pc:sldChg chg="addSp delSp modSp mod setBg addAnim delAnim">
        <pc:chgData name="Md. Sarowar Alam" userId="9539afdc-ec1f-45f6-8cbd-7124b29a6808" providerId="ADAL" clId="{2589B6CF-D0E0-4975-B636-E8806377144A}" dt="2026-02-15T14:31:22.124" v="184" actId="20577"/>
        <pc:sldMkLst>
          <pc:docMk/>
          <pc:sldMk cId="705646989" sldId="256"/>
        </pc:sldMkLst>
        <pc:spChg chg="mod">
          <ac:chgData name="Md. Sarowar Alam" userId="9539afdc-ec1f-45f6-8cbd-7124b29a6808" providerId="ADAL" clId="{2589B6CF-D0E0-4975-B636-E8806377144A}" dt="2026-02-15T14:31:22.124" v="184" actId="20577"/>
          <ac:spMkLst>
            <pc:docMk/>
            <pc:sldMk cId="705646989" sldId="256"/>
            <ac:spMk id="3" creationId="{92F34F76-2C10-C4BE-4DD9-EFF976B4B8E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CE7E47-7720-4A35-9F67-DEABC12B5892}" type="datetimeFigureOut">
              <a:rPr lang="en-GB" smtClean="0"/>
              <a:t>15/02/2026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2C899D-F6B6-4237-94AE-058645CA54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47560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2C899D-F6B6-4237-94AE-058645CA54D7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87540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2C899D-F6B6-4237-94AE-058645CA54D7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5341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53020-D912-4401-554C-5E15D6311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F44C7F-5AF3-5D54-E271-37847BF9D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E85015-05D2-DA31-74AF-3EDB775846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15A78B-68BA-45DA-459E-EA5FFB484E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2C899D-F6B6-4237-94AE-058645CA54D7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83562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58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F81819F9-8CAC-4A6C-8F06-0482027F97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7F6567-66E3-AFFB-5198-7974E4AD3F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73062" y="1864865"/>
            <a:ext cx="8131550" cy="2262781"/>
          </a:xfrm>
        </p:spPr>
        <p:txBody>
          <a:bodyPr>
            <a:normAutofit/>
          </a:bodyPr>
          <a:lstStyle/>
          <a:p>
            <a:r>
              <a:rPr lang="en-GB" dirty="0"/>
              <a:t>Version Control System (VCS)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F34F76-2C10-C4BE-4DD9-EFF976B4B8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73062" y="4127644"/>
            <a:ext cx="8131550" cy="1126283"/>
          </a:xfrm>
        </p:spPr>
        <p:txBody>
          <a:bodyPr>
            <a:normAutofit/>
          </a:bodyPr>
          <a:lstStyle/>
          <a:p>
            <a:r>
              <a:rPr lang="en-US" dirty="0"/>
              <a:t>DevOps Batch </a:t>
            </a:r>
            <a:r>
              <a:rPr lang="en-US"/>
              <a:t>– 10</a:t>
            </a:r>
            <a:endParaRPr lang="en-US" dirty="0"/>
          </a:p>
          <a:p>
            <a:r>
              <a:rPr lang="en-US" dirty="0"/>
              <a:t>Module - 02</a:t>
            </a:r>
            <a:endParaRPr lang="en-GB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A98CC08-AEC2-4E8F-8F52-0F5C6372DB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2851515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D1545E6-EB3C-4478-A661-A2CA963F12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  <a:solidFill>
            <a:schemeClr val="tx2">
              <a:lumMod val="60000"/>
              <a:lumOff val="40000"/>
              <a:alpha val="40000"/>
            </a:schemeClr>
          </a:solidFill>
        </p:grpSpPr>
        <p:sp>
          <p:nvSpPr>
            <p:cNvPr id="43" name="Freeform 11">
              <a:extLst>
                <a:ext uri="{FF2B5EF4-FFF2-40B4-BE49-F238E27FC236}">
                  <a16:creationId xmlns:a16="http://schemas.microsoft.com/office/drawing/2014/main" id="{B2E5B960-0C5D-4F77-8E9F-9F3D883D83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44" name="Freeform 12">
              <a:extLst>
                <a:ext uri="{FF2B5EF4-FFF2-40B4-BE49-F238E27FC236}">
                  <a16:creationId xmlns:a16="http://schemas.microsoft.com/office/drawing/2014/main" id="{258E44FC-92AD-43A0-BB05-DB268C82D8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45" name="Freeform 13">
              <a:extLst>
                <a:ext uri="{FF2B5EF4-FFF2-40B4-BE49-F238E27FC236}">
                  <a16:creationId xmlns:a16="http://schemas.microsoft.com/office/drawing/2014/main" id="{C63D3083-A56C-4199-8DE0-63C8BE9EDF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46" name="Freeform 14">
              <a:extLst>
                <a:ext uri="{FF2B5EF4-FFF2-40B4-BE49-F238E27FC236}">
                  <a16:creationId xmlns:a16="http://schemas.microsoft.com/office/drawing/2014/main" id="{C7CD3581-635D-438F-A64F-68404E7AE0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47" name="Freeform 15">
              <a:extLst>
                <a:ext uri="{FF2B5EF4-FFF2-40B4-BE49-F238E27FC236}">
                  <a16:creationId xmlns:a16="http://schemas.microsoft.com/office/drawing/2014/main" id="{AD6904C0-211C-41A2-BDB8-3B07C90BB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48" name="Freeform 16">
              <a:extLst>
                <a:ext uri="{FF2B5EF4-FFF2-40B4-BE49-F238E27FC236}">
                  <a16:creationId xmlns:a16="http://schemas.microsoft.com/office/drawing/2014/main" id="{B0837DA6-CAF9-4E78-A39E-6358EDE2B1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49" name="Freeform 17">
              <a:extLst>
                <a:ext uri="{FF2B5EF4-FFF2-40B4-BE49-F238E27FC236}">
                  <a16:creationId xmlns:a16="http://schemas.microsoft.com/office/drawing/2014/main" id="{0A99DD7D-3AB3-471E-842F-8AFEA09D07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50" name="Freeform 18">
              <a:extLst>
                <a:ext uri="{FF2B5EF4-FFF2-40B4-BE49-F238E27FC236}">
                  <a16:creationId xmlns:a16="http://schemas.microsoft.com/office/drawing/2014/main" id="{9C70B0D4-92FE-478F-86BD-93BA2C4DFC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51" name="Freeform 19">
              <a:extLst>
                <a:ext uri="{FF2B5EF4-FFF2-40B4-BE49-F238E27FC236}">
                  <a16:creationId xmlns:a16="http://schemas.microsoft.com/office/drawing/2014/main" id="{C9156BE6-11D4-4696-9E3F-C325BFAC81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52" name="Freeform 20">
              <a:extLst>
                <a:ext uri="{FF2B5EF4-FFF2-40B4-BE49-F238E27FC236}">
                  <a16:creationId xmlns:a16="http://schemas.microsoft.com/office/drawing/2014/main" id="{4E667226-1D20-4A9D-BBE3-AC17EA436F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53" name="Freeform 21">
              <a:extLst>
                <a:ext uri="{FF2B5EF4-FFF2-40B4-BE49-F238E27FC236}">
                  <a16:creationId xmlns:a16="http://schemas.microsoft.com/office/drawing/2014/main" id="{2F87E3B6-5202-4434-9B26-42B46774F3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54" name="Freeform 22">
              <a:extLst>
                <a:ext uri="{FF2B5EF4-FFF2-40B4-BE49-F238E27FC236}">
                  <a16:creationId xmlns:a16="http://schemas.microsoft.com/office/drawing/2014/main" id="{AEA5E85F-F1F4-40E4-A62C-95324F6749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0A75861-F6C5-44A9-B161-B03701CBDE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786"/>
            <a:ext cx="2356675" cy="6854040"/>
            <a:chOff x="6627813" y="194833"/>
            <a:chExt cx="1952625" cy="5678918"/>
          </a:xfrm>
          <a:solidFill>
            <a:schemeClr val="tx2">
              <a:lumMod val="75000"/>
              <a:alpha val="70000"/>
            </a:schemeClr>
          </a:solidFill>
        </p:grpSpPr>
        <p:sp>
          <p:nvSpPr>
            <p:cNvPr id="27" name="Freeform 27">
              <a:extLst>
                <a:ext uri="{FF2B5EF4-FFF2-40B4-BE49-F238E27FC236}">
                  <a16:creationId xmlns:a16="http://schemas.microsoft.com/office/drawing/2014/main" id="{72EE642D-4F69-47C0-99BA-CE43503573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8" name="Freeform 28">
              <a:extLst>
                <a:ext uri="{FF2B5EF4-FFF2-40B4-BE49-F238E27FC236}">
                  <a16:creationId xmlns:a16="http://schemas.microsoft.com/office/drawing/2014/main" id="{26178CE4-DA2D-46EA-AB8D-341C5AC563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698E9F53-8381-4FA5-A510-846925D242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0" name="Freeform 30">
              <a:extLst>
                <a:ext uri="{FF2B5EF4-FFF2-40B4-BE49-F238E27FC236}">
                  <a16:creationId xmlns:a16="http://schemas.microsoft.com/office/drawing/2014/main" id="{B13CE284-F21E-411B-BB8E-9C03B853CE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1" name="Freeform 31">
              <a:extLst>
                <a:ext uri="{FF2B5EF4-FFF2-40B4-BE49-F238E27FC236}">
                  <a16:creationId xmlns:a16="http://schemas.microsoft.com/office/drawing/2014/main" id="{23DF4578-4703-437C-A797-2A2D0CEE5F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F878F330-AF64-4F8F-88FD-A4A408D6D3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3" name="Freeform 33">
              <a:extLst>
                <a:ext uri="{FF2B5EF4-FFF2-40B4-BE49-F238E27FC236}">
                  <a16:creationId xmlns:a16="http://schemas.microsoft.com/office/drawing/2014/main" id="{AC9B00BF-4FB7-42FA-BBBD-7DB54ED3F0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4" name="Freeform 34">
              <a:extLst>
                <a:ext uri="{FF2B5EF4-FFF2-40B4-BE49-F238E27FC236}">
                  <a16:creationId xmlns:a16="http://schemas.microsoft.com/office/drawing/2014/main" id="{BD3D64CA-2AAD-4609-8DAA-3EAD4609A6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5" name="Freeform 35">
              <a:extLst>
                <a:ext uri="{FF2B5EF4-FFF2-40B4-BE49-F238E27FC236}">
                  <a16:creationId xmlns:a16="http://schemas.microsoft.com/office/drawing/2014/main" id="{C669E05A-8550-4E91-B29E-E1912228EC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6" name="Freeform 36">
              <a:extLst>
                <a:ext uri="{FF2B5EF4-FFF2-40B4-BE49-F238E27FC236}">
                  <a16:creationId xmlns:a16="http://schemas.microsoft.com/office/drawing/2014/main" id="{F8C1FD53-1E8F-46CA-BC2D-FCEC4DAE07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7" name="Freeform 37">
              <a:extLst>
                <a:ext uri="{FF2B5EF4-FFF2-40B4-BE49-F238E27FC236}">
                  <a16:creationId xmlns:a16="http://schemas.microsoft.com/office/drawing/2014/main" id="{CC97A31F-CFDE-4EA3-98F1-13FDD16702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8" name="Freeform 38">
              <a:extLst>
                <a:ext uri="{FF2B5EF4-FFF2-40B4-BE49-F238E27FC236}">
                  <a16:creationId xmlns:a16="http://schemas.microsoft.com/office/drawing/2014/main" id="{9E1540E7-E6C3-4907-B70A-B175683655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40" name="Freeform 11">
            <a:extLst>
              <a:ext uri="{FF2B5EF4-FFF2-40B4-BE49-F238E27FC236}">
                <a16:creationId xmlns:a16="http://schemas.microsoft.com/office/drawing/2014/main" id="{1310EFE2-B91D-47E7-B117-C2A802800A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159" y="3411452"/>
            <a:ext cx="1098194" cy="514066"/>
          </a:xfrm>
          <a:custGeom>
            <a:avLst/>
            <a:gdLst>
              <a:gd name="connsiteX0" fmla="*/ 10000 w 10044"/>
              <a:gd name="connsiteY0" fmla="*/ 4701 h 9966"/>
              <a:gd name="connsiteX1" fmla="*/ 8559 w 10044"/>
              <a:gd name="connsiteY1" fmla="*/ 188 h 9966"/>
              <a:gd name="connsiteX2" fmla="*/ 8527 w 10044"/>
              <a:gd name="connsiteY2" fmla="*/ 94 h 9966"/>
              <a:gd name="connsiteX3" fmla="*/ 8438 w 10044"/>
              <a:gd name="connsiteY3" fmla="*/ 0 h 9966"/>
              <a:gd name="connsiteX4" fmla="*/ 7867 w 10044"/>
              <a:gd name="connsiteY4" fmla="*/ 0 h 9966"/>
              <a:gd name="connsiteX5" fmla="*/ 0 w 10044"/>
              <a:gd name="connsiteY5" fmla="*/ 70 h 9966"/>
              <a:gd name="connsiteX6" fmla="*/ 3132 w 10044"/>
              <a:gd name="connsiteY6" fmla="*/ 9763 h 9966"/>
              <a:gd name="connsiteX7" fmla="*/ 7867 w 10044"/>
              <a:gd name="connsiteY7" fmla="*/ 9966 h 9966"/>
              <a:gd name="connsiteX8" fmla="*/ 8438 w 10044"/>
              <a:gd name="connsiteY8" fmla="*/ 9966 h 9966"/>
              <a:gd name="connsiteX9" fmla="*/ 8527 w 10044"/>
              <a:gd name="connsiteY9" fmla="*/ 9872 h 9966"/>
              <a:gd name="connsiteX10" fmla="*/ 8559 w 10044"/>
              <a:gd name="connsiteY10" fmla="*/ 9778 h 9966"/>
              <a:gd name="connsiteX11" fmla="*/ 10000 w 10044"/>
              <a:gd name="connsiteY11" fmla="*/ 5265 h 9966"/>
              <a:gd name="connsiteX12" fmla="*/ 10000 w 10044"/>
              <a:gd name="connsiteY12" fmla="*/ 4701 h 9966"/>
              <a:gd name="connsiteX0" fmla="*/ 6839 w 6883"/>
              <a:gd name="connsiteY0" fmla="*/ 4885 h 10168"/>
              <a:gd name="connsiteX1" fmla="*/ 5405 w 6883"/>
              <a:gd name="connsiteY1" fmla="*/ 357 h 10168"/>
              <a:gd name="connsiteX2" fmla="*/ 5373 w 6883"/>
              <a:gd name="connsiteY2" fmla="*/ 262 h 10168"/>
              <a:gd name="connsiteX3" fmla="*/ 5284 w 6883"/>
              <a:gd name="connsiteY3" fmla="*/ 168 h 10168"/>
              <a:gd name="connsiteX4" fmla="*/ 4716 w 6883"/>
              <a:gd name="connsiteY4" fmla="*/ 168 h 10168"/>
              <a:gd name="connsiteX5" fmla="*/ 50 w 6883"/>
              <a:gd name="connsiteY5" fmla="*/ 0 h 10168"/>
              <a:gd name="connsiteX6" fmla="*/ 1 w 6883"/>
              <a:gd name="connsiteY6" fmla="*/ 9964 h 10168"/>
              <a:gd name="connsiteX7" fmla="*/ 4716 w 6883"/>
              <a:gd name="connsiteY7" fmla="*/ 10168 h 10168"/>
              <a:gd name="connsiteX8" fmla="*/ 5284 w 6883"/>
              <a:gd name="connsiteY8" fmla="*/ 10168 h 10168"/>
              <a:gd name="connsiteX9" fmla="*/ 5373 w 6883"/>
              <a:gd name="connsiteY9" fmla="*/ 10074 h 10168"/>
              <a:gd name="connsiteX10" fmla="*/ 5405 w 6883"/>
              <a:gd name="connsiteY10" fmla="*/ 9979 h 10168"/>
              <a:gd name="connsiteX11" fmla="*/ 6839 w 6883"/>
              <a:gd name="connsiteY11" fmla="*/ 5451 h 10168"/>
              <a:gd name="connsiteX12" fmla="*/ 6839 w 6883"/>
              <a:gd name="connsiteY12" fmla="*/ 4885 h 101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83" h="10168">
                <a:moveTo>
                  <a:pt x="6839" y="4885"/>
                </a:moveTo>
                <a:lnTo>
                  <a:pt x="5405" y="357"/>
                </a:lnTo>
                <a:cubicBezTo>
                  <a:pt x="5395" y="325"/>
                  <a:pt x="5383" y="294"/>
                  <a:pt x="5373" y="262"/>
                </a:cubicBezTo>
                <a:cubicBezTo>
                  <a:pt x="5344" y="168"/>
                  <a:pt x="5314" y="168"/>
                  <a:pt x="5284" y="168"/>
                </a:cubicBezTo>
                <a:lnTo>
                  <a:pt x="4716" y="168"/>
                </a:lnTo>
                <a:lnTo>
                  <a:pt x="50" y="0"/>
                </a:lnTo>
                <a:cubicBezTo>
                  <a:pt x="59" y="3322"/>
                  <a:pt x="-8" y="6643"/>
                  <a:pt x="1" y="9964"/>
                </a:cubicBezTo>
                <a:lnTo>
                  <a:pt x="4716" y="10168"/>
                </a:lnTo>
                <a:lnTo>
                  <a:pt x="5284" y="10168"/>
                </a:lnTo>
                <a:cubicBezTo>
                  <a:pt x="5314" y="10168"/>
                  <a:pt x="5344" y="10074"/>
                  <a:pt x="5373" y="10074"/>
                </a:cubicBezTo>
                <a:cubicBezTo>
                  <a:pt x="5373" y="9979"/>
                  <a:pt x="5405" y="9979"/>
                  <a:pt x="5405" y="9979"/>
                </a:cubicBezTo>
                <a:lnTo>
                  <a:pt x="6839" y="5451"/>
                </a:lnTo>
                <a:cubicBezTo>
                  <a:pt x="6898" y="5262"/>
                  <a:pt x="6898" y="5074"/>
                  <a:pt x="6839" y="488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56469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FD1BB5-6ACF-9C93-8594-22D8288EE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Group 59">
            <a:extLst>
              <a:ext uri="{FF2B5EF4-FFF2-40B4-BE49-F238E27FC236}">
                <a16:creationId xmlns:a16="http://schemas.microsoft.com/office/drawing/2014/main" id="{470BA38E-2BC0-DAEF-F429-9EAD949CDA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</p:grpSpPr>
        <p:sp>
          <p:nvSpPr>
            <p:cNvPr id="61" name="Freeform 11">
              <a:extLst>
                <a:ext uri="{FF2B5EF4-FFF2-40B4-BE49-F238E27FC236}">
                  <a16:creationId xmlns:a16="http://schemas.microsoft.com/office/drawing/2014/main" id="{B2E5C811-ED1B-9EC5-00AF-E95781512F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62" name="Freeform 12">
              <a:extLst>
                <a:ext uri="{FF2B5EF4-FFF2-40B4-BE49-F238E27FC236}">
                  <a16:creationId xmlns:a16="http://schemas.microsoft.com/office/drawing/2014/main" id="{7B128095-A424-56B3-D119-0E75534283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63" name="Freeform 13">
              <a:extLst>
                <a:ext uri="{FF2B5EF4-FFF2-40B4-BE49-F238E27FC236}">
                  <a16:creationId xmlns:a16="http://schemas.microsoft.com/office/drawing/2014/main" id="{51DA8635-1C5A-421D-9E32-CB6A4FABFB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64" name="Freeform 14">
              <a:extLst>
                <a:ext uri="{FF2B5EF4-FFF2-40B4-BE49-F238E27FC236}">
                  <a16:creationId xmlns:a16="http://schemas.microsoft.com/office/drawing/2014/main" id="{391211B5-59FB-3F9B-66D5-C16664C23C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65" name="Freeform 15">
              <a:extLst>
                <a:ext uri="{FF2B5EF4-FFF2-40B4-BE49-F238E27FC236}">
                  <a16:creationId xmlns:a16="http://schemas.microsoft.com/office/drawing/2014/main" id="{27DD4460-9930-85A0-737F-5FBC7C0C49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66" name="Freeform 16">
              <a:extLst>
                <a:ext uri="{FF2B5EF4-FFF2-40B4-BE49-F238E27FC236}">
                  <a16:creationId xmlns:a16="http://schemas.microsoft.com/office/drawing/2014/main" id="{4DAB8F73-AB78-8CDE-6B78-5024A3FE53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67" name="Freeform 17">
              <a:extLst>
                <a:ext uri="{FF2B5EF4-FFF2-40B4-BE49-F238E27FC236}">
                  <a16:creationId xmlns:a16="http://schemas.microsoft.com/office/drawing/2014/main" id="{4FB9F3A9-F0E7-84D0-AC6E-5EB72BBF26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68" name="Freeform 18">
              <a:extLst>
                <a:ext uri="{FF2B5EF4-FFF2-40B4-BE49-F238E27FC236}">
                  <a16:creationId xmlns:a16="http://schemas.microsoft.com/office/drawing/2014/main" id="{DD50FED1-C903-5F70-B6CD-49472999BF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69" name="Freeform 19">
              <a:extLst>
                <a:ext uri="{FF2B5EF4-FFF2-40B4-BE49-F238E27FC236}">
                  <a16:creationId xmlns:a16="http://schemas.microsoft.com/office/drawing/2014/main" id="{32654588-CA8F-1CED-79B5-2CC624C5D1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70" name="Freeform 20">
              <a:extLst>
                <a:ext uri="{FF2B5EF4-FFF2-40B4-BE49-F238E27FC236}">
                  <a16:creationId xmlns:a16="http://schemas.microsoft.com/office/drawing/2014/main" id="{8520AD40-8394-4F0A-B99D-6941796E08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71" name="Freeform 21">
              <a:extLst>
                <a:ext uri="{FF2B5EF4-FFF2-40B4-BE49-F238E27FC236}">
                  <a16:creationId xmlns:a16="http://schemas.microsoft.com/office/drawing/2014/main" id="{7259EB4B-9936-B631-53C1-B52CA09710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72" name="Freeform 22">
              <a:extLst>
                <a:ext uri="{FF2B5EF4-FFF2-40B4-BE49-F238E27FC236}">
                  <a16:creationId xmlns:a16="http://schemas.microsoft.com/office/drawing/2014/main" id="{955B5D9C-CE33-352A-D265-17D2043B38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D5664F1A-1836-C4CD-2F95-5F4533ACD3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786"/>
            <a:ext cx="2356675" cy="6854040"/>
            <a:chOff x="6627813" y="194833"/>
            <a:chExt cx="1952625" cy="5678918"/>
          </a:xfrm>
        </p:grpSpPr>
        <p:sp>
          <p:nvSpPr>
            <p:cNvPr id="75" name="Freeform 27">
              <a:extLst>
                <a:ext uri="{FF2B5EF4-FFF2-40B4-BE49-F238E27FC236}">
                  <a16:creationId xmlns:a16="http://schemas.microsoft.com/office/drawing/2014/main" id="{2FF68A74-1F73-E1B8-E150-5857CF71A4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76" name="Freeform 28">
              <a:extLst>
                <a:ext uri="{FF2B5EF4-FFF2-40B4-BE49-F238E27FC236}">
                  <a16:creationId xmlns:a16="http://schemas.microsoft.com/office/drawing/2014/main" id="{4488FCC3-049F-C8D0-C640-CE0DED1951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77" name="Freeform 29">
              <a:extLst>
                <a:ext uri="{FF2B5EF4-FFF2-40B4-BE49-F238E27FC236}">
                  <a16:creationId xmlns:a16="http://schemas.microsoft.com/office/drawing/2014/main" id="{A13034F9-33B6-3849-C881-141C02B20B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78" name="Freeform 30">
              <a:extLst>
                <a:ext uri="{FF2B5EF4-FFF2-40B4-BE49-F238E27FC236}">
                  <a16:creationId xmlns:a16="http://schemas.microsoft.com/office/drawing/2014/main" id="{70DCDF3A-D051-5BAC-B6B8-07B1FD652C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79" name="Freeform 31">
              <a:extLst>
                <a:ext uri="{FF2B5EF4-FFF2-40B4-BE49-F238E27FC236}">
                  <a16:creationId xmlns:a16="http://schemas.microsoft.com/office/drawing/2014/main" id="{E187FBD9-CE53-7160-6FB2-79909A4A90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80" name="Freeform 32">
              <a:extLst>
                <a:ext uri="{FF2B5EF4-FFF2-40B4-BE49-F238E27FC236}">
                  <a16:creationId xmlns:a16="http://schemas.microsoft.com/office/drawing/2014/main" id="{B763045B-9CD0-BAB3-E9E8-2D50151A68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81" name="Freeform 33">
              <a:extLst>
                <a:ext uri="{FF2B5EF4-FFF2-40B4-BE49-F238E27FC236}">
                  <a16:creationId xmlns:a16="http://schemas.microsoft.com/office/drawing/2014/main" id="{45AEABE4-5B75-2457-29CB-FC3DB10808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82" name="Freeform 34">
              <a:extLst>
                <a:ext uri="{FF2B5EF4-FFF2-40B4-BE49-F238E27FC236}">
                  <a16:creationId xmlns:a16="http://schemas.microsoft.com/office/drawing/2014/main" id="{5D2E4A03-2C08-F47A-1CA3-9ED01E3D82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83" name="Freeform 35">
              <a:extLst>
                <a:ext uri="{FF2B5EF4-FFF2-40B4-BE49-F238E27FC236}">
                  <a16:creationId xmlns:a16="http://schemas.microsoft.com/office/drawing/2014/main" id="{6E890D1B-A73E-B35D-CD63-6CAEECB016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84" name="Freeform 36">
              <a:extLst>
                <a:ext uri="{FF2B5EF4-FFF2-40B4-BE49-F238E27FC236}">
                  <a16:creationId xmlns:a16="http://schemas.microsoft.com/office/drawing/2014/main" id="{D148A63C-C63B-9930-1B67-318DDD7DDB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85" name="Freeform 37">
              <a:extLst>
                <a:ext uri="{FF2B5EF4-FFF2-40B4-BE49-F238E27FC236}">
                  <a16:creationId xmlns:a16="http://schemas.microsoft.com/office/drawing/2014/main" id="{D1E4357D-DE05-B087-24A4-38D821103D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86" name="Freeform 38">
              <a:extLst>
                <a:ext uri="{FF2B5EF4-FFF2-40B4-BE49-F238E27FC236}">
                  <a16:creationId xmlns:a16="http://schemas.microsoft.com/office/drawing/2014/main" id="{50E60707-8446-33B4-DBE6-8EA7A045CA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88" name="Rectangle 87">
            <a:extLst>
              <a:ext uri="{FF2B5EF4-FFF2-40B4-BE49-F238E27FC236}">
                <a16:creationId xmlns:a16="http://schemas.microsoft.com/office/drawing/2014/main" id="{D175002C-389F-06BA-D3C9-DE3D5981BC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90" name="Freeform 11">
            <a:extLst>
              <a:ext uri="{FF2B5EF4-FFF2-40B4-BE49-F238E27FC236}">
                <a16:creationId xmlns:a16="http://schemas.microsoft.com/office/drawing/2014/main" id="{F29CDEC7-3048-6AB7-C593-9AC06D838F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 useBgFill="1">
        <p:nvSpPr>
          <p:cNvPr id="92" name="Rectangle 91">
            <a:extLst>
              <a:ext uri="{FF2B5EF4-FFF2-40B4-BE49-F238E27FC236}">
                <a16:creationId xmlns:a16="http://schemas.microsoft.com/office/drawing/2014/main" id="{CAD34A39-BD01-B980-9728-CD9F5E5908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7E5667C7-198F-A074-30E2-05C0BD5F60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2306695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985A01F-1B32-5893-342A-3CAEF66B1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43391" y="624110"/>
            <a:ext cx="9383408" cy="128089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b="1" dirty="0">
                <a:solidFill>
                  <a:srgbClr val="FFFFFF"/>
                </a:solidFill>
              </a:rPr>
              <a:t>Version Control System (VCS)</a:t>
            </a:r>
            <a:endParaRPr lang="en-US" sz="3600" dirty="0">
              <a:solidFill>
                <a:srgbClr val="FFFFFF"/>
              </a:solidFill>
            </a:endParaRPr>
          </a:p>
        </p:txBody>
      </p:sp>
      <p:sp>
        <p:nvSpPr>
          <p:cNvPr id="96" name="Freeform 11">
            <a:extLst>
              <a:ext uri="{FF2B5EF4-FFF2-40B4-BE49-F238E27FC236}">
                <a16:creationId xmlns:a16="http://schemas.microsoft.com/office/drawing/2014/main" id="{BFBDEE11-6B3E-0F7C-D35B-BF41F00B1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2DCF27-3BB5-352D-D1B1-6AFE18339C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43392" y="2623930"/>
            <a:ext cx="9383408" cy="3698592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Wingdings 3" charset="2"/>
              <a:buChar char="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 Version Control System (VCS) is a tool/software that helps you track changes made to files (usually source code), collaborate with others, and revert to previous versions when needed. It keeps a history of every change, who made it, when, and why. Think of it like a time machine for your code.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342900" indent="-342900">
              <a:buFont typeface="Wingdings 3" charset="2"/>
              <a:buChar char=""/>
            </a:pP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Track Changes Over Time</a:t>
            </a:r>
          </a:p>
          <a:p>
            <a:pPr marL="342900" indent="-342900">
              <a:buFont typeface="Wingdings 3" charset="2"/>
              <a:buChar char=""/>
            </a:pP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Collaboration</a:t>
            </a:r>
          </a:p>
          <a:p>
            <a:pPr marL="342900" indent="-342900">
              <a:buFont typeface="Wingdings 3" charset="2"/>
              <a:buChar char=""/>
            </a:pP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Backup &amp; Safety</a:t>
            </a:r>
          </a:p>
          <a:p>
            <a:pPr marL="342900" indent="-342900">
              <a:buFont typeface="Wingdings 3" charset="2"/>
              <a:buChar char=""/>
            </a:pP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Experiment Safely</a:t>
            </a:r>
          </a:p>
          <a:p>
            <a:pPr marL="342900" indent="-342900">
              <a:buFont typeface="Wingdings 3" charset="2"/>
              <a:buChar char=""/>
            </a:pP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Review &amp; Accountability</a:t>
            </a:r>
          </a:p>
          <a:p>
            <a:pPr marL="342900" indent="-342900">
              <a:buFont typeface="Wingdings 3" charset="2"/>
              <a:buChar char=""/>
            </a:pPr>
            <a:r>
              <a:rPr lang="en-GB" dirty="0"/>
              <a:t>Deployment Automation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2519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34356B-E469-3CF8-15FD-D21A57AD7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Group 59">
            <a:extLst>
              <a:ext uri="{FF2B5EF4-FFF2-40B4-BE49-F238E27FC236}">
                <a16:creationId xmlns:a16="http://schemas.microsoft.com/office/drawing/2014/main" id="{8CD25866-F15D-40A4-AEC5-47C044637A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</p:grpSpPr>
        <p:sp>
          <p:nvSpPr>
            <p:cNvPr id="61" name="Freeform 11">
              <a:extLst>
                <a:ext uri="{FF2B5EF4-FFF2-40B4-BE49-F238E27FC236}">
                  <a16:creationId xmlns:a16="http://schemas.microsoft.com/office/drawing/2014/main" id="{DCB8E995-36E8-40B6-82D4-F52DE2987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62" name="Freeform 12">
              <a:extLst>
                <a:ext uri="{FF2B5EF4-FFF2-40B4-BE49-F238E27FC236}">
                  <a16:creationId xmlns:a16="http://schemas.microsoft.com/office/drawing/2014/main" id="{DF54AEB5-68B5-46AE-B8F0-EEBE5DFED8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63" name="Freeform 13">
              <a:extLst>
                <a:ext uri="{FF2B5EF4-FFF2-40B4-BE49-F238E27FC236}">
                  <a16:creationId xmlns:a16="http://schemas.microsoft.com/office/drawing/2014/main" id="{E3F708CB-F094-4EE7-8AD5-A462F1DF8B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64" name="Freeform 14">
              <a:extLst>
                <a:ext uri="{FF2B5EF4-FFF2-40B4-BE49-F238E27FC236}">
                  <a16:creationId xmlns:a16="http://schemas.microsoft.com/office/drawing/2014/main" id="{ECFCFB22-E8B5-4FAC-A354-E7E0CE6F2B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65" name="Freeform 15">
              <a:extLst>
                <a:ext uri="{FF2B5EF4-FFF2-40B4-BE49-F238E27FC236}">
                  <a16:creationId xmlns:a16="http://schemas.microsoft.com/office/drawing/2014/main" id="{ED1DB3B4-A6DC-476F-986E-DF361EE842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66" name="Freeform 16">
              <a:extLst>
                <a:ext uri="{FF2B5EF4-FFF2-40B4-BE49-F238E27FC236}">
                  <a16:creationId xmlns:a16="http://schemas.microsoft.com/office/drawing/2014/main" id="{4EE13DFA-3489-4DE6-9154-34D9CB4005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67" name="Freeform 17">
              <a:extLst>
                <a:ext uri="{FF2B5EF4-FFF2-40B4-BE49-F238E27FC236}">
                  <a16:creationId xmlns:a16="http://schemas.microsoft.com/office/drawing/2014/main" id="{5CD12D51-F9A8-4CC9-B9C9-206EAFD8C1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68" name="Freeform 18">
              <a:extLst>
                <a:ext uri="{FF2B5EF4-FFF2-40B4-BE49-F238E27FC236}">
                  <a16:creationId xmlns:a16="http://schemas.microsoft.com/office/drawing/2014/main" id="{266B326C-1178-40F9-A265-6067D363B4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69" name="Freeform 19">
              <a:extLst>
                <a:ext uri="{FF2B5EF4-FFF2-40B4-BE49-F238E27FC236}">
                  <a16:creationId xmlns:a16="http://schemas.microsoft.com/office/drawing/2014/main" id="{12F3B319-F00B-4755-BC54-95511E21DB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70" name="Freeform 20">
              <a:extLst>
                <a:ext uri="{FF2B5EF4-FFF2-40B4-BE49-F238E27FC236}">
                  <a16:creationId xmlns:a16="http://schemas.microsoft.com/office/drawing/2014/main" id="{3079D7BD-8A3F-47F6-8407-D9DA96FF35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71" name="Freeform 21">
              <a:extLst>
                <a:ext uri="{FF2B5EF4-FFF2-40B4-BE49-F238E27FC236}">
                  <a16:creationId xmlns:a16="http://schemas.microsoft.com/office/drawing/2014/main" id="{1F97C31C-8585-43FB-924B-8ADD651233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72" name="Freeform 22">
              <a:extLst>
                <a:ext uri="{FF2B5EF4-FFF2-40B4-BE49-F238E27FC236}">
                  <a16:creationId xmlns:a16="http://schemas.microsoft.com/office/drawing/2014/main" id="{A33E1C89-7E74-49BF-A5D1-9A352ED03E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C4A17ED-96AA-44A6-A050-E1A7A1CDD9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786"/>
            <a:ext cx="2356675" cy="6854040"/>
            <a:chOff x="6627813" y="194833"/>
            <a:chExt cx="1952625" cy="5678918"/>
          </a:xfrm>
        </p:grpSpPr>
        <p:sp>
          <p:nvSpPr>
            <p:cNvPr id="75" name="Freeform 27">
              <a:extLst>
                <a:ext uri="{FF2B5EF4-FFF2-40B4-BE49-F238E27FC236}">
                  <a16:creationId xmlns:a16="http://schemas.microsoft.com/office/drawing/2014/main" id="{FBB2A87E-3E24-4A6F-9FD8-0F1436D4D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76" name="Freeform 28">
              <a:extLst>
                <a:ext uri="{FF2B5EF4-FFF2-40B4-BE49-F238E27FC236}">
                  <a16:creationId xmlns:a16="http://schemas.microsoft.com/office/drawing/2014/main" id="{257F945B-2AA3-4328-BFF5-20DE64011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77" name="Freeform 29">
              <a:extLst>
                <a:ext uri="{FF2B5EF4-FFF2-40B4-BE49-F238E27FC236}">
                  <a16:creationId xmlns:a16="http://schemas.microsoft.com/office/drawing/2014/main" id="{E1A7230F-6A6F-403C-9D83-7176E28525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78" name="Freeform 30">
              <a:extLst>
                <a:ext uri="{FF2B5EF4-FFF2-40B4-BE49-F238E27FC236}">
                  <a16:creationId xmlns:a16="http://schemas.microsoft.com/office/drawing/2014/main" id="{E33E315A-9CB0-460E-A8B7-0A064BBFA0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79" name="Freeform 31">
              <a:extLst>
                <a:ext uri="{FF2B5EF4-FFF2-40B4-BE49-F238E27FC236}">
                  <a16:creationId xmlns:a16="http://schemas.microsoft.com/office/drawing/2014/main" id="{22CAAD33-CFAD-4E61-82AE-0C6F838530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80" name="Freeform 32">
              <a:extLst>
                <a:ext uri="{FF2B5EF4-FFF2-40B4-BE49-F238E27FC236}">
                  <a16:creationId xmlns:a16="http://schemas.microsoft.com/office/drawing/2014/main" id="{1A20E13C-2540-4000-A13B-8F781100E3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81" name="Freeform 33">
              <a:extLst>
                <a:ext uri="{FF2B5EF4-FFF2-40B4-BE49-F238E27FC236}">
                  <a16:creationId xmlns:a16="http://schemas.microsoft.com/office/drawing/2014/main" id="{51EF0A01-E03D-448B-B12E-D5BFC6D0D2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82" name="Freeform 34">
              <a:extLst>
                <a:ext uri="{FF2B5EF4-FFF2-40B4-BE49-F238E27FC236}">
                  <a16:creationId xmlns:a16="http://schemas.microsoft.com/office/drawing/2014/main" id="{58286A03-168E-477B-8876-2C53E4950D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83" name="Freeform 35">
              <a:extLst>
                <a:ext uri="{FF2B5EF4-FFF2-40B4-BE49-F238E27FC236}">
                  <a16:creationId xmlns:a16="http://schemas.microsoft.com/office/drawing/2014/main" id="{3DFFC705-1899-4E4C-AE76-F85BAF2F66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84" name="Freeform 36">
              <a:extLst>
                <a:ext uri="{FF2B5EF4-FFF2-40B4-BE49-F238E27FC236}">
                  <a16:creationId xmlns:a16="http://schemas.microsoft.com/office/drawing/2014/main" id="{01C9598D-BDF6-4A24-83B6-4DCA4D1349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85" name="Freeform 37">
              <a:extLst>
                <a:ext uri="{FF2B5EF4-FFF2-40B4-BE49-F238E27FC236}">
                  <a16:creationId xmlns:a16="http://schemas.microsoft.com/office/drawing/2014/main" id="{950C8213-67CD-4DEF-AA44-8BB3101392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86" name="Freeform 38">
              <a:extLst>
                <a:ext uri="{FF2B5EF4-FFF2-40B4-BE49-F238E27FC236}">
                  <a16:creationId xmlns:a16="http://schemas.microsoft.com/office/drawing/2014/main" id="{2016FE1D-E3EB-4CF6-809B-159872CC78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88" name="Rectangle 87">
            <a:extLst>
              <a:ext uri="{FF2B5EF4-FFF2-40B4-BE49-F238E27FC236}">
                <a16:creationId xmlns:a16="http://schemas.microsoft.com/office/drawing/2014/main" id="{CE6C63DC-BAE4-42B6-8FDF-F6467C2D23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90" name="Freeform 11">
            <a:extLst>
              <a:ext uri="{FF2B5EF4-FFF2-40B4-BE49-F238E27FC236}">
                <a16:creationId xmlns:a16="http://schemas.microsoft.com/office/drawing/2014/main" id="{BFE4781A-41C7-4F27-8792-A74EFB8E5C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83030214-227F-42DB-9282-BBA6AF8D94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654295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9279DD7-8AC1-015A-1732-31475A1027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3889" y="1059872"/>
            <a:ext cx="3012216" cy="485134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 sz="3600" dirty="0"/>
              <a:t>Other Version Control Systems</a:t>
            </a:r>
            <a:endParaRPr lang="en-US" sz="3600" dirty="0"/>
          </a:p>
        </p:txBody>
      </p:sp>
      <p:sp>
        <p:nvSpPr>
          <p:cNvPr id="94" name="Freeform 11">
            <a:extLst>
              <a:ext uri="{FF2B5EF4-FFF2-40B4-BE49-F238E27FC236}">
                <a16:creationId xmlns:a16="http://schemas.microsoft.com/office/drawing/2014/main" id="{0D7A9289-BAD1-4A78-979F-A655C886DB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159" y="1149203"/>
            <a:ext cx="1098194" cy="514066"/>
          </a:xfrm>
          <a:custGeom>
            <a:avLst/>
            <a:gdLst>
              <a:gd name="connsiteX0" fmla="*/ 10000 w 10044"/>
              <a:gd name="connsiteY0" fmla="*/ 4701 h 9966"/>
              <a:gd name="connsiteX1" fmla="*/ 8559 w 10044"/>
              <a:gd name="connsiteY1" fmla="*/ 188 h 9966"/>
              <a:gd name="connsiteX2" fmla="*/ 8527 w 10044"/>
              <a:gd name="connsiteY2" fmla="*/ 94 h 9966"/>
              <a:gd name="connsiteX3" fmla="*/ 8438 w 10044"/>
              <a:gd name="connsiteY3" fmla="*/ 0 h 9966"/>
              <a:gd name="connsiteX4" fmla="*/ 7867 w 10044"/>
              <a:gd name="connsiteY4" fmla="*/ 0 h 9966"/>
              <a:gd name="connsiteX5" fmla="*/ 0 w 10044"/>
              <a:gd name="connsiteY5" fmla="*/ 70 h 9966"/>
              <a:gd name="connsiteX6" fmla="*/ 3132 w 10044"/>
              <a:gd name="connsiteY6" fmla="*/ 9763 h 9966"/>
              <a:gd name="connsiteX7" fmla="*/ 7867 w 10044"/>
              <a:gd name="connsiteY7" fmla="*/ 9966 h 9966"/>
              <a:gd name="connsiteX8" fmla="*/ 8438 w 10044"/>
              <a:gd name="connsiteY8" fmla="*/ 9966 h 9966"/>
              <a:gd name="connsiteX9" fmla="*/ 8527 w 10044"/>
              <a:gd name="connsiteY9" fmla="*/ 9872 h 9966"/>
              <a:gd name="connsiteX10" fmla="*/ 8559 w 10044"/>
              <a:gd name="connsiteY10" fmla="*/ 9778 h 9966"/>
              <a:gd name="connsiteX11" fmla="*/ 10000 w 10044"/>
              <a:gd name="connsiteY11" fmla="*/ 5265 h 9966"/>
              <a:gd name="connsiteX12" fmla="*/ 10000 w 10044"/>
              <a:gd name="connsiteY12" fmla="*/ 4701 h 9966"/>
              <a:gd name="connsiteX0" fmla="*/ 6839 w 6883"/>
              <a:gd name="connsiteY0" fmla="*/ 4885 h 10168"/>
              <a:gd name="connsiteX1" fmla="*/ 5405 w 6883"/>
              <a:gd name="connsiteY1" fmla="*/ 357 h 10168"/>
              <a:gd name="connsiteX2" fmla="*/ 5373 w 6883"/>
              <a:gd name="connsiteY2" fmla="*/ 262 h 10168"/>
              <a:gd name="connsiteX3" fmla="*/ 5284 w 6883"/>
              <a:gd name="connsiteY3" fmla="*/ 168 h 10168"/>
              <a:gd name="connsiteX4" fmla="*/ 4716 w 6883"/>
              <a:gd name="connsiteY4" fmla="*/ 168 h 10168"/>
              <a:gd name="connsiteX5" fmla="*/ 50 w 6883"/>
              <a:gd name="connsiteY5" fmla="*/ 0 h 10168"/>
              <a:gd name="connsiteX6" fmla="*/ 1 w 6883"/>
              <a:gd name="connsiteY6" fmla="*/ 9964 h 10168"/>
              <a:gd name="connsiteX7" fmla="*/ 4716 w 6883"/>
              <a:gd name="connsiteY7" fmla="*/ 10168 h 10168"/>
              <a:gd name="connsiteX8" fmla="*/ 5284 w 6883"/>
              <a:gd name="connsiteY8" fmla="*/ 10168 h 10168"/>
              <a:gd name="connsiteX9" fmla="*/ 5373 w 6883"/>
              <a:gd name="connsiteY9" fmla="*/ 10074 h 10168"/>
              <a:gd name="connsiteX10" fmla="*/ 5405 w 6883"/>
              <a:gd name="connsiteY10" fmla="*/ 9979 h 10168"/>
              <a:gd name="connsiteX11" fmla="*/ 6839 w 6883"/>
              <a:gd name="connsiteY11" fmla="*/ 5451 h 10168"/>
              <a:gd name="connsiteX12" fmla="*/ 6839 w 6883"/>
              <a:gd name="connsiteY12" fmla="*/ 4885 h 101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83" h="10168">
                <a:moveTo>
                  <a:pt x="6839" y="4885"/>
                </a:moveTo>
                <a:lnTo>
                  <a:pt x="5405" y="357"/>
                </a:lnTo>
                <a:cubicBezTo>
                  <a:pt x="5395" y="325"/>
                  <a:pt x="5383" y="294"/>
                  <a:pt x="5373" y="262"/>
                </a:cubicBezTo>
                <a:cubicBezTo>
                  <a:pt x="5344" y="168"/>
                  <a:pt x="5314" y="168"/>
                  <a:pt x="5284" y="168"/>
                </a:cubicBezTo>
                <a:lnTo>
                  <a:pt x="4716" y="168"/>
                </a:lnTo>
                <a:lnTo>
                  <a:pt x="50" y="0"/>
                </a:lnTo>
                <a:cubicBezTo>
                  <a:pt x="59" y="3322"/>
                  <a:pt x="-8" y="6643"/>
                  <a:pt x="1" y="9964"/>
                </a:cubicBezTo>
                <a:lnTo>
                  <a:pt x="4716" y="10168"/>
                </a:lnTo>
                <a:lnTo>
                  <a:pt x="5284" y="10168"/>
                </a:lnTo>
                <a:cubicBezTo>
                  <a:pt x="5314" y="10168"/>
                  <a:pt x="5344" y="10074"/>
                  <a:pt x="5373" y="10074"/>
                </a:cubicBezTo>
                <a:cubicBezTo>
                  <a:pt x="5373" y="9979"/>
                  <a:pt x="5405" y="9979"/>
                  <a:pt x="5405" y="9979"/>
                </a:cubicBezTo>
                <a:lnTo>
                  <a:pt x="6839" y="5451"/>
                </a:lnTo>
                <a:cubicBezTo>
                  <a:pt x="6898" y="5262"/>
                  <a:pt x="6898" y="5074"/>
                  <a:pt x="6839" y="488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1A002B-D4E1-2CB6-8E4D-B74C0F5FA9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12860" y="568423"/>
            <a:ext cx="6224244" cy="1661205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Version Control Systems fall into two main categories:</a:t>
            </a:r>
          </a:p>
          <a:p>
            <a:pPr marL="342900" indent="-342900">
              <a:buFont typeface="Wingdings 3" charset="2"/>
              <a:buChar char="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Distributed VCS → (Git, Mercurial)</a:t>
            </a:r>
          </a:p>
          <a:p>
            <a:pPr marL="342900" indent="-342900">
              <a:buFont typeface="Wingdings 3" charset="2"/>
              <a:buChar char="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Centralized VCS → (Subversion, Perforce)</a:t>
            </a:r>
          </a:p>
          <a:p>
            <a:r>
              <a:rPr lang="en-GB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Git is distributed, fast, and the most widely used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EF28339-DE04-3F3B-783E-89C491505B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0181" y="2476313"/>
            <a:ext cx="6769856" cy="3514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107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51FD08-6FDE-C5D3-B6E1-B1EB04B8D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7" name="Group 156">
            <a:extLst>
              <a:ext uri="{FF2B5EF4-FFF2-40B4-BE49-F238E27FC236}">
                <a16:creationId xmlns:a16="http://schemas.microsoft.com/office/drawing/2014/main" id="{7398C59F-5A18-487B-91D6-B955AACF2E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</p:grpSpPr>
        <p:sp>
          <p:nvSpPr>
            <p:cNvPr id="158" name="Freeform 11">
              <a:extLst>
                <a:ext uri="{FF2B5EF4-FFF2-40B4-BE49-F238E27FC236}">
                  <a16:creationId xmlns:a16="http://schemas.microsoft.com/office/drawing/2014/main" id="{0557FAFE-C7C3-47EC-A4F5-9B21663192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59" name="Freeform 12">
              <a:extLst>
                <a:ext uri="{FF2B5EF4-FFF2-40B4-BE49-F238E27FC236}">
                  <a16:creationId xmlns:a16="http://schemas.microsoft.com/office/drawing/2014/main" id="{95BC28FB-3882-4674-9D79-EA58BEB7C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60" name="Freeform 13">
              <a:extLst>
                <a:ext uri="{FF2B5EF4-FFF2-40B4-BE49-F238E27FC236}">
                  <a16:creationId xmlns:a16="http://schemas.microsoft.com/office/drawing/2014/main" id="{9C6EC892-83F9-402F-8552-0AD7C0556E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61" name="Freeform 14">
              <a:extLst>
                <a:ext uri="{FF2B5EF4-FFF2-40B4-BE49-F238E27FC236}">
                  <a16:creationId xmlns:a16="http://schemas.microsoft.com/office/drawing/2014/main" id="{18387766-037C-4EF0-8471-D19CBF2A43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62" name="Freeform 15">
              <a:extLst>
                <a:ext uri="{FF2B5EF4-FFF2-40B4-BE49-F238E27FC236}">
                  <a16:creationId xmlns:a16="http://schemas.microsoft.com/office/drawing/2014/main" id="{1E364F38-6F3A-476A-93E6-962EA817C4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63" name="Freeform 16">
              <a:extLst>
                <a:ext uri="{FF2B5EF4-FFF2-40B4-BE49-F238E27FC236}">
                  <a16:creationId xmlns:a16="http://schemas.microsoft.com/office/drawing/2014/main" id="{35C335A4-1E67-4293-8BE2-DFB085D4FB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64" name="Freeform 17">
              <a:extLst>
                <a:ext uri="{FF2B5EF4-FFF2-40B4-BE49-F238E27FC236}">
                  <a16:creationId xmlns:a16="http://schemas.microsoft.com/office/drawing/2014/main" id="{9A8A0F10-2C98-4297-9F92-5D95533927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65" name="Freeform 18">
              <a:extLst>
                <a:ext uri="{FF2B5EF4-FFF2-40B4-BE49-F238E27FC236}">
                  <a16:creationId xmlns:a16="http://schemas.microsoft.com/office/drawing/2014/main" id="{C3B112A3-006E-4008-A778-DB5F6A09D5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66" name="Freeform 19">
              <a:extLst>
                <a:ext uri="{FF2B5EF4-FFF2-40B4-BE49-F238E27FC236}">
                  <a16:creationId xmlns:a16="http://schemas.microsoft.com/office/drawing/2014/main" id="{E5E62767-5C25-4C49-9568-432433A3C5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67" name="Freeform 20">
              <a:extLst>
                <a:ext uri="{FF2B5EF4-FFF2-40B4-BE49-F238E27FC236}">
                  <a16:creationId xmlns:a16="http://schemas.microsoft.com/office/drawing/2014/main" id="{598EC006-77B1-42BA-B815-66CCB9B170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68" name="Freeform 21">
              <a:extLst>
                <a:ext uri="{FF2B5EF4-FFF2-40B4-BE49-F238E27FC236}">
                  <a16:creationId xmlns:a16="http://schemas.microsoft.com/office/drawing/2014/main" id="{A144ED09-DA06-491D-95A8-AB3DED4329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69" name="Freeform 22">
              <a:extLst>
                <a:ext uri="{FF2B5EF4-FFF2-40B4-BE49-F238E27FC236}">
                  <a16:creationId xmlns:a16="http://schemas.microsoft.com/office/drawing/2014/main" id="{1CB00BD2-11CD-4A38-8F38-02B0D1105E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520234FB-542E-4550-9C2F-1B56FD41A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786"/>
            <a:ext cx="2356675" cy="6854040"/>
            <a:chOff x="6627813" y="194833"/>
            <a:chExt cx="1952625" cy="5678918"/>
          </a:xfrm>
        </p:grpSpPr>
        <p:sp>
          <p:nvSpPr>
            <p:cNvPr id="172" name="Freeform 27">
              <a:extLst>
                <a:ext uri="{FF2B5EF4-FFF2-40B4-BE49-F238E27FC236}">
                  <a16:creationId xmlns:a16="http://schemas.microsoft.com/office/drawing/2014/main" id="{41FCE1F3-DEB3-47CD-90FF-7DABB4AF45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73" name="Freeform 28">
              <a:extLst>
                <a:ext uri="{FF2B5EF4-FFF2-40B4-BE49-F238E27FC236}">
                  <a16:creationId xmlns:a16="http://schemas.microsoft.com/office/drawing/2014/main" id="{5708E488-C19B-452C-B197-6F1C34F6E7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74" name="Freeform 29">
              <a:extLst>
                <a:ext uri="{FF2B5EF4-FFF2-40B4-BE49-F238E27FC236}">
                  <a16:creationId xmlns:a16="http://schemas.microsoft.com/office/drawing/2014/main" id="{89D3FD25-890E-4981-A71D-EE796873D7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75" name="Freeform 30">
              <a:extLst>
                <a:ext uri="{FF2B5EF4-FFF2-40B4-BE49-F238E27FC236}">
                  <a16:creationId xmlns:a16="http://schemas.microsoft.com/office/drawing/2014/main" id="{51B5414C-556A-47CB-8EE2-974A85A7A4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76" name="Freeform 31">
              <a:extLst>
                <a:ext uri="{FF2B5EF4-FFF2-40B4-BE49-F238E27FC236}">
                  <a16:creationId xmlns:a16="http://schemas.microsoft.com/office/drawing/2014/main" id="{1C02B20C-2B27-4B75-8AEE-A5D2E2674B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77" name="Freeform 32">
              <a:extLst>
                <a:ext uri="{FF2B5EF4-FFF2-40B4-BE49-F238E27FC236}">
                  <a16:creationId xmlns:a16="http://schemas.microsoft.com/office/drawing/2014/main" id="{54427714-F9AA-4F93-BD1D-400F1EA93F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78" name="Freeform 33">
              <a:extLst>
                <a:ext uri="{FF2B5EF4-FFF2-40B4-BE49-F238E27FC236}">
                  <a16:creationId xmlns:a16="http://schemas.microsoft.com/office/drawing/2014/main" id="{28A77D6A-9E81-497F-ABCC-2695BB5ADD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79" name="Freeform 34">
              <a:extLst>
                <a:ext uri="{FF2B5EF4-FFF2-40B4-BE49-F238E27FC236}">
                  <a16:creationId xmlns:a16="http://schemas.microsoft.com/office/drawing/2014/main" id="{2A1533BA-1478-4F7C-8E24-3F3E905050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80" name="Freeform 35">
              <a:extLst>
                <a:ext uri="{FF2B5EF4-FFF2-40B4-BE49-F238E27FC236}">
                  <a16:creationId xmlns:a16="http://schemas.microsoft.com/office/drawing/2014/main" id="{39686201-E633-40FD-A80A-1E28AD52E3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81" name="Freeform 36">
              <a:extLst>
                <a:ext uri="{FF2B5EF4-FFF2-40B4-BE49-F238E27FC236}">
                  <a16:creationId xmlns:a16="http://schemas.microsoft.com/office/drawing/2014/main" id="{76A215C2-F590-4938-810B-F8A79366CE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82" name="Freeform 37">
              <a:extLst>
                <a:ext uri="{FF2B5EF4-FFF2-40B4-BE49-F238E27FC236}">
                  <a16:creationId xmlns:a16="http://schemas.microsoft.com/office/drawing/2014/main" id="{85F418E7-330D-4002-8EC8-33C1A897FF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83" name="Freeform 38">
              <a:extLst>
                <a:ext uri="{FF2B5EF4-FFF2-40B4-BE49-F238E27FC236}">
                  <a16:creationId xmlns:a16="http://schemas.microsoft.com/office/drawing/2014/main" id="{8FFE669A-54C9-4436-9566-C5A90F16DB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185" name="Rectangle 184">
            <a:extLst>
              <a:ext uri="{FF2B5EF4-FFF2-40B4-BE49-F238E27FC236}">
                <a16:creationId xmlns:a16="http://schemas.microsoft.com/office/drawing/2014/main" id="{DE91395A-2D18-4AF6-A0AC-AAA7189FE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87" name="Freeform 11">
            <a:extLst>
              <a:ext uri="{FF2B5EF4-FFF2-40B4-BE49-F238E27FC236}">
                <a16:creationId xmlns:a16="http://schemas.microsoft.com/office/drawing/2014/main" id="{A57352BE-A213-4040-BE8E-D4A925AD9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 useBgFill="1">
        <p:nvSpPr>
          <p:cNvPr id="189" name="Rectangle 188">
            <a:extLst>
              <a:ext uri="{FF2B5EF4-FFF2-40B4-BE49-F238E27FC236}">
                <a16:creationId xmlns:a16="http://schemas.microsoft.com/office/drawing/2014/main" id="{F7E42047-F7E7-4687-BBE0-D4BDC8E77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7620" y="-1"/>
            <a:ext cx="1220724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8D6F839A-C8D9-4FBC-8EFD-9E56D12F4C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906785" y="228600"/>
            <a:ext cx="2851523" cy="6638625"/>
            <a:chOff x="2487613" y="285750"/>
            <a:chExt cx="2428875" cy="5654676"/>
          </a:xfrm>
        </p:grpSpPr>
        <p:sp>
          <p:nvSpPr>
            <p:cNvPr id="192" name="Freeform 11">
              <a:extLst>
                <a:ext uri="{FF2B5EF4-FFF2-40B4-BE49-F238E27FC236}">
                  <a16:creationId xmlns:a16="http://schemas.microsoft.com/office/drawing/2014/main" id="{D1F0D09B-BA85-41B1-A8DE-73728B72E5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93" name="Freeform 12">
              <a:extLst>
                <a:ext uri="{FF2B5EF4-FFF2-40B4-BE49-F238E27FC236}">
                  <a16:creationId xmlns:a16="http://schemas.microsoft.com/office/drawing/2014/main" id="{FB2D0F0C-3A27-4FC3-A6A3-D2095D9B24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94" name="Freeform 13">
              <a:extLst>
                <a:ext uri="{FF2B5EF4-FFF2-40B4-BE49-F238E27FC236}">
                  <a16:creationId xmlns:a16="http://schemas.microsoft.com/office/drawing/2014/main" id="{FA1C69EF-E6E6-4BDD-B62F-637FC9F3C3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95" name="Freeform 14">
              <a:extLst>
                <a:ext uri="{FF2B5EF4-FFF2-40B4-BE49-F238E27FC236}">
                  <a16:creationId xmlns:a16="http://schemas.microsoft.com/office/drawing/2014/main" id="{75B4F36E-07F6-4E6F-A9D9-A7F6D9585A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96" name="Freeform 15">
              <a:extLst>
                <a:ext uri="{FF2B5EF4-FFF2-40B4-BE49-F238E27FC236}">
                  <a16:creationId xmlns:a16="http://schemas.microsoft.com/office/drawing/2014/main" id="{7D9136C7-12F1-4F21-A438-ED7668DDFA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97" name="Freeform 16">
              <a:extLst>
                <a:ext uri="{FF2B5EF4-FFF2-40B4-BE49-F238E27FC236}">
                  <a16:creationId xmlns:a16="http://schemas.microsoft.com/office/drawing/2014/main" id="{C718EF12-B769-45D9-9B6E-7AEAA3108A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98" name="Freeform 17">
              <a:extLst>
                <a:ext uri="{FF2B5EF4-FFF2-40B4-BE49-F238E27FC236}">
                  <a16:creationId xmlns:a16="http://schemas.microsoft.com/office/drawing/2014/main" id="{534EAD53-3968-459E-B27C-09126A0FE3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99" name="Freeform 18">
              <a:extLst>
                <a:ext uri="{FF2B5EF4-FFF2-40B4-BE49-F238E27FC236}">
                  <a16:creationId xmlns:a16="http://schemas.microsoft.com/office/drawing/2014/main" id="{67658BFE-59E2-4A2D-9E8A-18F81C350B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00" name="Freeform 19">
              <a:extLst>
                <a:ext uri="{FF2B5EF4-FFF2-40B4-BE49-F238E27FC236}">
                  <a16:creationId xmlns:a16="http://schemas.microsoft.com/office/drawing/2014/main" id="{3FEC8A9E-385D-4407-9671-E302380229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01" name="Freeform 20">
              <a:extLst>
                <a:ext uri="{FF2B5EF4-FFF2-40B4-BE49-F238E27FC236}">
                  <a16:creationId xmlns:a16="http://schemas.microsoft.com/office/drawing/2014/main" id="{EFC82234-632C-4B76-A8FF-2C9C0DCA68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02" name="Freeform 21">
              <a:extLst>
                <a:ext uri="{FF2B5EF4-FFF2-40B4-BE49-F238E27FC236}">
                  <a16:creationId xmlns:a16="http://schemas.microsoft.com/office/drawing/2014/main" id="{662A4DB3-C195-4230-953D-307E4100FE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03" name="Freeform 22">
              <a:extLst>
                <a:ext uri="{FF2B5EF4-FFF2-40B4-BE49-F238E27FC236}">
                  <a16:creationId xmlns:a16="http://schemas.microsoft.com/office/drawing/2014/main" id="{94D310CF-9541-4CD7-855B-E2E1EF3437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70EDA856-A216-4EEC-9AB6-A59FFC7036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47733" y="-786"/>
            <a:ext cx="2356675" cy="6854040"/>
            <a:chOff x="6627813" y="194833"/>
            <a:chExt cx="1952625" cy="5678918"/>
          </a:xfrm>
        </p:grpSpPr>
        <p:sp>
          <p:nvSpPr>
            <p:cNvPr id="206" name="Freeform 27">
              <a:extLst>
                <a:ext uri="{FF2B5EF4-FFF2-40B4-BE49-F238E27FC236}">
                  <a16:creationId xmlns:a16="http://schemas.microsoft.com/office/drawing/2014/main" id="{36F815B8-AFA8-45E9-A3D1-977F2D1921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07" name="Freeform 28">
              <a:extLst>
                <a:ext uri="{FF2B5EF4-FFF2-40B4-BE49-F238E27FC236}">
                  <a16:creationId xmlns:a16="http://schemas.microsoft.com/office/drawing/2014/main" id="{5D8FF653-8B3F-4B96-904D-1A4482EAEE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08" name="Freeform 29">
              <a:extLst>
                <a:ext uri="{FF2B5EF4-FFF2-40B4-BE49-F238E27FC236}">
                  <a16:creationId xmlns:a16="http://schemas.microsoft.com/office/drawing/2014/main" id="{4DD2E775-AB45-4AF1-B5B7-54948CFB98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09" name="Freeform 30">
              <a:extLst>
                <a:ext uri="{FF2B5EF4-FFF2-40B4-BE49-F238E27FC236}">
                  <a16:creationId xmlns:a16="http://schemas.microsoft.com/office/drawing/2014/main" id="{7BDE7E7B-E3AA-4A24-8F9D-CE77C96CA2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10" name="Freeform 31">
              <a:extLst>
                <a:ext uri="{FF2B5EF4-FFF2-40B4-BE49-F238E27FC236}">
                  <a16:creationId xmlns:a16="http://schemas.microsoft.com/office/drawing/2014/main" id="{D129CAA9-35E5-48CE-88AE-9806695CB8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11" name="Freeform 32">
              <a:extLst>
                <a:ext uri="{FF2B5EF4-FFF2-40B4-BE49-F238E27FC236}">
                  <a16:creationId xmlns:a16="http://schemas.microsoft.com/office/drawing/2014/main" id="{A73989FF-4EFF-4181-81A4-72EF2E67DB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12" name="Freeform 33">
              <a:extLst>
                <a:ext uri="{FF2B5EF4-FFF2-40B4-BE49-F238E27FC236}">
                  <a16:creationId xmlns:a16="http://schemas.microsoft.com/office/drawing/2014/main" id="{8C2C17BD-8FA0-4F42-B2CD-5E5A9F5429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13" name="Freeform 34">
              <a:extLst>
                <a:ext uri="{FF2B5EF4-FFF2-40B4-BE49-F238E27FC236}">
                  <a16:creationId xmlns:a16="http://schemas.microsoft.com/office/drawing/2014/main" id="{EEE99CF3-AD71-46FB-8E7D-67825F7816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14" name="Freeform 35">
              <a:extLst>
                <a:ext uri="{FF2B5EF4-FFF2-40B4-BE49-F238E27FC236}">
                  <a16:creationId xmlns:a16="http://schemas.microsoft.com/office/drawing/2014/main" id="{D0F9D5ED-7591-4E88-9FDA-4C1DC47E9D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15" name="Freeform 36">
              <a:extLst>
                <a:ext uri="{FF2B5EF4-FFF2-40B4-BE49-F238E27FC236}">
                  <a16:creationId xmlns:a16="http://schemas.microsoft.com/office/drawing/2014/main" id="{88FA7C13-D80D-4514-B9DB-87AE076ACE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16" name="Freeform 37">
              <a:extLst>
                <a:ext uri="{FF2B5EF4-FFF2-40B4-BE49-F238E27FC236}">
                  <a16:creationId xmlns:a16="http://schemas.microsoft.com/office/drawing/2014/main" id="{202C78DF-D842-450B-A87D-E035719E4E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17" name="Freeform 38">
              <a:extLst>
                <a:ext uri="{FF2B5EF4-FFF2-40B4-BE49-F238E27FC236}">
                  <a16:creationId xmlns:a16="http://schemas.microsoft.com/office/drawing/2014/main" id="{A4789F83-2423-47F8-8958-48E477BAE0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2A77A64-93A5-9C35-8012-1E8B54D347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59520" y="624110"/>
            <a:ext cx="6845092" cy="128089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b="1"/>
              <a:t>Why GiT</a:t>
            </a:r>
            <a:endParaRPr lang="en-US" sz="3600"/>
          </a:p>
        </p:txBody>
      </p:sp>
      <p:sp>
        <p:nvSpPr>
          <p:cNvPr id="219" name="Rectangle 218">
            <a:extLst>
              <a:ext uri="{FF2B5EF4-FFF2-40B4-BE49-F238E27FC236}">
                <a16:creationId xmlns:a16="http://schemas.microsoft.com/office/drawing/2014/main" id="{2C509E7A-337A-4664-BEC2-03F9BCA0A4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71632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21" name="Freeform 11">
            <a:extLst>
              <a:ext uri="{FF2B5EF4-FFF2-40B4-BE49-F238E27FC236}">
                <a16:creationId xmlns:a16="http://schemas.microsoft.com/office/drawing/2014/main" id="{D9AB99AB-E300-4B19-97C3-9A12EA3C7B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2716320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pic>
        <p:nvPicPr>
          <p:cNvPr id="153" name="Picture 152" descr="Magnifying glass and question mark">
            <a:extLst>
              <a:ext uri="{FF2B5EF4-FFF2-40B4-BE49-F238E27FC236}">
                <a16:creationId xmlns:a16="http://schemas.microsoft.com/office/drawing/2014/main" id="{3E52CF56-BCF7-B585-4EE7-970C779B494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0667" r="37019"/>
          <a:stretch>
            <a:fillRect/>
          </a:stretch>
        </p:blipFill>
        <p:spPr>
          <a:xfrm>
            <a:off x="20" y="1730"/>
            <a:ext cx="2720524" cy="685800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828E0835-C292-63E8-4B53-877ED2065E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56667" y="2133600"/>
            <a:ext cx="6847944" cy="3777622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Wingdings 3" charset="2"/>
              <a:buChar char=""/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Very fast</a:t>
            </a:r>
          </a:p>
          <a:p>
            <a:pPr marL="342900" indent="-342900">
              <a:buFont typeface="Wingdings 3" charset="2"/>
              <a:buChar char=""/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Best branching model</a:t>
            </a:r>
          </a:p>
          <a:p>
            <a:pPr marL="342900" indent="-342900">
              <a:buFont typeface="Wingdings 3" charset="2"/>
              <a:buChar char=""/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Used by millions</a:t>
            </a:r>
          </a:p>
          <a:p>
            <a:pPr marL="342900" indent="-342900">
              <a:buFont typeface="Wingdings 3" charset="2"/>
              <a:buChar char=""/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Supported by GitHub, GitLab, Bitbucket</a:t>
            </a:r>
          </a:p>
          <a:p>
            <a:pPr marL="342900" indent="-342900">
              <a:buFont typeface="Wingdings 3" charset="2"/>
              <a:buChar char=""/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Works offline</a:t>
            </a:r>
          </a:p>
          <a:p>
            <a:pPr marL="342900" indent="-342900">
              <a:buFont typeface="Wingdings 3" charset="2"/>
              <a:buChar char=""/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Highly flexible</a:t>
            </a:r>
          </a:p>
        </p:txBody>
      </p:sp>
    </p:spTree>
    <p:extLst>
      <p:ext uri="{BB962C8B-B14F-4D97-AF65-F5344CB8AC3E}">
        <p14:creationId xmlns:p14="http://schemas.microsoft.com/office/powerpoint/2010/main" val="1785341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43D7AA-F8B1-B1E9-A9D1-AF0A4795A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6" name="Group 155">
            <a:extLst>
              <a:ext uri="{FF2B5EF4-FFF2-40B4-BE49-F238E27FC236}">
                <a16:creationId xmlns:a16="http://schemas.microsoft.com/office/drawing/2014/main" id="{8CD25866-F15D-40A4-AEC5-47C044637A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</p:grpSpPr>
        <p:sp>
          <p:nvSpPr>
            <p:cNvPr id="157" name="Freeform 11">
              <a:extLst>
                <a:ext uri="{FF2B5EF4-FFF2-40B4-BE49-F238E27FC236}">
                  <a16:creationId xmlns:a16="http://schemas.microsoft.com/office/drawing/2014/main" id="{DCB8E995-36E8-40B6-82D4-F52DE2987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58" name="Freeform 12">
              <a:extLst>
                <a:ext uri="{FF2B5EF4-FFF2-40B4-BE49-F238E27FC236}">
                  <a16:creationId xmlns:a16="http://schemas.microsoft.com/office/drawing/2014/main" id="{DF54AEB5-68B5-46AE-B8F0-EEBE5DFED8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59" name="Freeform 13">
              <a:extLst>
                <a:ext uri="{FF2B5EF4-FFF2-40B4-BE49-F238E27FC236}">
                  <a16:creationId xmlns:a16="http://schemas.microsoft.com/office/drawing/2014/main" id="{E3F708CB-F094-4EE7-8AD5-A462F1DF8B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60" name="Freeform 14">
              <a:extLst>
                <a:ext uri="{FF2B5EF4-FFF2-40B4-BE49-F238E27FC236}">
                  <a16:creationId xmlns:a16="http://schemas.microsoft.com/office/drawing/2014/main" id="{ECFCFB22-E8B5-4FAC-A354-E7E0CE6F2B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61" name="Freeform 15">
              <a:extLst>
                <a:ext uri="{FF2B5EF4-FFF2-40B4-BE49-F238E27FC236}">
                  <a16:creationId xmlns:a16="http://schemas.microsoft.com/office/drawing/2014/main" id="{ED1DB3B4-A6DC-476F-986E-DF361EE842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62" name="Freeform 16">
              <a:extLst>
                <a:ext uri="{FF2B5EF4-FFF2-40B4-BE49-F238E27FC236}">
                  <a16:creationId xmlns:a16="http://schemas.microsoft.com/office/drawing/2014/main" id="{4EE13DFA-3489-4DE6-9154-34D9CB4005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63" name="Freeform 17">
              <a:extLst>
                <a:ext uri="{FF2B5EF4-FFF2-40B4-BE49-F238E27FC236}">
                  <a16:creationId xmlns:a16="http://schemas.microsoft.com/office/drawing/2014/main" id="{5CD12D51-F9A8-4CC9-B9C9-206EAFD8C1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64" name="Freeform 18">
              <a:extLst>
                <a:ext uri="{FF2B5EF4-FFF2-40B4-BE49-F238E27FC236}">
                  <a16:creationId xmlns:a16="http://schemas.microsoft.com/office/drawing/2014/main" id="{266B326C-1178-40F9-A265-6067D363B4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65" name="Freeform 19">
              <a:extLst>
                <a:ext uri="{FF2B5EF4-FFF2-40B4-BE49-F238E27FC236}">
                  <a16:creationId xmlns:a16="http://schemas.microsoft.com/office/drawing/2014/main" id="{12F3B319-F00B-4755-BC54-95511E21DB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66" name="Freeform 20">
              <a:extLst>
                <a:ext uri="{FF2B5EF4-FFF2-40B4-BE49-F238E27FC236}">
                  <a16:creationId xmlns:a16="http://schemas.microsoft.com/office/drawing/2014/main" id="{3079D7BD-8A3F-47F6-8407-D9DA96FF35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67" name="Freeform 21">
              <a:extLst>
                <a:ext uri="{FF2B5EF4-FFF2-40B4-BE49-F238E27FC236}">
                  <a16:creationId xmlns:a16="http://schemas.microsoft.com/office/drawing/2014/main" id="{1F97C31C-8585-43FB-924B-8ADD651233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68" name="Freeform 22">
              <a:extLst>
                <a:ext uri="{FF2B5EF4-FFF2-40B4-BE49-F238E27FC236}">
                  <a16:creationId xmlns:a16="http://schemas.microsoft.com/office/drawing/2014/main" id="{A33E1C89-7E74-49BF-A5D1-9A352ED03E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0C4A17ED-96AA-44A6-A050-E1A7A1CDD9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786"/>
            <a:ext cx="2356675" cy="6854040"/>
            <a:chOff x="6627813" y="194833"/>
            <a:chExt cx="1952625" cy="5678918"/>
          </a:xfrm>
        </p:grpSpPr>
        <p:sp>
          <p:nvSpPr>
            <p:cNvPr id="171" name="Freeform 27">
              <a:extLst>
                <a:ext uri="{FF2B5EF4-FFF2-40B4-BE49-F238E27FC236}">
                  <a16:creationId xmlns:a16="http://schemas.microsoft.com/office/drawing/2014/main" id="{FBB2A87E-3E24-4A6F-9FD8-0F1436D4D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72" name="Freeform 28">
              <a:extLst>
                <a:ext uri="{FF2B5EF4-FFF2-40B4-BE49-F238E27FC236}">
                  <a16:creationId xmlns:a16="http://schemas.microsoft.com/office/drawing/2014/main" id="{257F945B-2AA3-4328-BFF5-20DE64011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73" name="Freeform 29">
              <a:extLst>
                <a:ext uri="{FF2B5EF4-FFF2-40B4-BE49-F238E27FC236}">
                  <a16:creationId xmlns:a16="http://schemas.microsoft.com/office/drawing/2014/main" id="{E1A7230F-6A6F-403C-9D83-7176E28525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74" name="Freeform 30">
              <a:extLst>
                <a:ext uri="{FF2B5EF4-FFF2-40B4-BE49-F238E27FC236}">
                  <a16:creationId xmlns:a16="http://schemas.microsoft.com/office/drawing/2014/main" id="{E33E315A-9CB0-460E-A8B7-0A064BBFA0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75" name="Freeform 31">
              <a:extLst>
                <a:ext uri="{FF2B5EF4-FFF2-40B4-BE49-F238E27FC236}">
                  <a16:creationId xmlns:a16="http://schemas.microsoft.com/office/drawing/2014/main" id="{22CAAD33-CFAD-4E61-82AE-0C6F838530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76" name="Freeform 32">
              <a:extLst>
                <a:ext uri="{FF2B5EF4-FFF2-40B4-BE49-F238E27FC236}">
                  <a16:creationId xmlns:a16="http://schemas.microsoft.com/office/drawing/2014/main" id="{1A20E13C-2540-4000-A13B-8F781100E3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77" name="Freeform 33">
              <a:extLst>
                <a:ext uri="{FF2B5EF4-FFF2-40B4-BE49-F238E27FC236}">
                  <a16:creationId xmlns:a16="http://schemas.microsoft.com/office/drawing/2014/main" id="{51EF0A01-E03D-448B-B12E-D5BFC6D0D2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78" name="Freeform 34">
              <a:extLst>
                <a:ext uri="{FF2B5EF4-FFF2-40B4-BE49-F238E27FC236}">
                  <a16:creationId xmlns:a16="http://schemas.microsoft.com/office/drawing/2014/main" id="{58286A03-168E-477B-8876-2C53E4950D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79" name="Freeform 35">
              <a:extLst>
                <a:ext uri="{FF2B5EF4-FFF2-40B4-BE49-F238E27FC236}">
                  <a16:creationId xmlns:a16="http://schemas.microsoft.com/office/drawing/2014/main" id="{3DFFC705-1899-4E4C-AE76-F85BAF2F66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80" name="Freeform 36">
              <a:extLst>
                <a:ext uri="{FF2B5EF4-FFF2-40B4-BE49-F238E27FC236}">
                  <a16:creationId xmlns:a16="http://schemas.microsoft.com/office/drawing/2014/main" id="{01C9598D-BDF6-4A24-83B6-4DCA4D1349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81" name="Freeform 37">
              <a:extLst>
                <a:ext uri="{FF2B5EF4-FFF2-40B4-BE49-F238E27FC236}">
                  <a16:creationId xmlns:a16="http://schemas.microsoft.com/office/drawing/2014/main" id="{950C8213-67CD-4DEF-AA44-8BB3101392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82" name="Freeform 38">
              <a:extLst>
                <a:ext uri="{FF2B5EF4-FFF2-40B4-BE49-F238E27FC236}">
                  <a16:creationId xmlns:a16="http://schemas.microsoft.com/office/drawing/2014/main" id="{2016FE1D-E3EB-4CF6-809B-159872CC78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184" name="Rectangle 183">
            <a:extLst>
              <a:ext uri="{FF2B5EF4-FFF2-40B4-BE49-F238E27FC236}">
                <a16:creationId xmlns:a16="http://schemas.microsoft.com/office/drawing/2014/main" id="{CE6C63DC-BAE4-42B6-8FDF-F6467C2D23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86" name="Freeform 11">
            <a:extLst>
              <a:ext uri="{FF2B5EF4-FFF2-40B4-BE49-F238E27FC236}">
                <a16:creationId xmlns:a16="http://schemas.microsoft.com/office/drawing/2014/main" id="{BFE4781A-41C7-4F27-8792-A74EFB8E5C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83030214-227F-42DB-9282-BBA6AF8D94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654295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7BCB76-0AF3-DC8C-2BE6-BD450286E7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3889" y="1059872"/>
            <a:ext cx="3012216" cy="485134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b="1" dirty="0"/>
              <a:t>Top Features of Git</a:t>
            </a:r>
            <a:endParaRPr lang="en-US" sz="3600" dirty="0"/>
          </a:p>
        </p:txBody>
      </p:sp>
      <p:sp>
        <p:nvSpPr>
          <p:cNvPr id="190" name="Freeform 11">
            <a:extLst>
              <a:ext uri="{FF2B5EF4-FFF2-40B4-BE49-F238E27FC236}">
                <a16:creationId xmlns:a16="http://schemas.microsoft.com/office/drawing/2014/main" id="{0D7A9289-BAD1-4A78-979F-A655C886DB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159" y="1149203"/>
            <a:ext cx="1098194" cy="514066"/>
          </a:xfrm>
          <a:custGeom>
            <a:avLst/>
            <a:gdLst>
              <a:gd name="connsiteX0" fmla="*/ 10000 w 10044"/>
              <a:gd name="connsiteY0" fmla="*/ 4701 h 9966"/>
              <a:gd name="connsiteX1" fmla="*/ 8559 w 10044"/>
              <a:gd name="connsiteY1" fmla="*/ 188 h 9966"/>
              <a:gd name="connsiteX2" fmla="*/ 8527 w 10044"/>
              <a:gd name="connsiteY2" fmla="*/ 94 h 9966"/>
              <a:gd name="connsiteX3" fmla="*/ 8438 w 10044"/>
              <a:gd name="connsiteY3" fmla="*/ 0 h 9966"/>
              <a:gd name="connsiteX4" fmla="*/ 7867 w 10044"/>
              <a:gd name="connsiteY4" fmla="*/ 0 h 9966"/>
              <a:gd name="connsiteX5" fmla="*/ 0 w 10044"/>
              <a:gd name="connsiteY5" fmla="*/ 70 h 9966"/>
              <a:gd name="connsiteX6" fmla="*/ 3132 w 10044"/>
              <a:gd name="connsiteY6" fmla="*/ 9763 h 9966"/>
              <a:gd name="connsiteX7" fmla="*/ 7867 w 10044"/>
              <a:gd name="connsiteY7" fmla="*/ 9966 h 9966"/>
              <a:gd name="connsiteX8" fmla="*/ 8438 w 10044"/>
              <a:gd name="connsiteY8" fmla="*/ 9966 h 9966"/>
              <a:gd name="connsiteX9" fmla="*/ 8527 w 10044"/>
              <a:gd name="connsiteY9" fmla="*/ 9872 h 9966"/>
              <a:gd name="connsiteX10" fmla="*/ 8559 w 10044"/>
              <a:gd name="connsiteY10" fmla="*/ 9778 h 9966"/>
              <a:gd name="connsiteX11" fmla="*/ 10000 w 10044"/>
              <a:gd name="connsiteY11" fmla="*/ 5265 h 9966"/>
              <a:gd name="connsiteX12" fmla="*/ 10000 w 10044"/>
              <a:gd name="connsiteY12" fmla="*/ 4701 h 9966"/>
              <a:gd name="connsiteX0" fmla="*/ 6839 w 6883"/>
              <a:gd name="connsiteY0" fmla="*/ 4885 h 10168"/>
              <a:gd name="connsiteX1" fmla="*/ 5405 w 6883"/>
              <a:gd name="connsiteY1" fmla="*/ 357 h 10168"/>
              <a:gd name="connsiteX2" fmla="*/ 5373 w 6883"/>
              <a:gd name="connsiteY2" fmla="*/ 262 h 10168"/>
              <a:gd name="connsiteX3" fmla="*/ 5284 w 6883"/>
              <a:gd name="connsiteY3" fmla="*/ 168 h 10168"/>
              <a:gd name="connsiteX4" fmla="*/ 4716 w 6883"/>
              <a:gd name="connsiteY4" fmla="*/ 168 h 10168"/>
              <a:gd name="connsiteX5" fmla="*/ 50 w 6883"/>
              <a:gd name="connsiteY5" fmla="*/ 0 h 10168"/>
              <a:gd name="connsiteX6" fmla="*/ 1 w 6883"/>
              <a:gd name="connsiteY6" fmla="*/ 9964 h 10168"/>
              <a:gd name="connsiteX7" fmla="*/ 4716 w 6883"/>
              <a:gd name="connsiteY7" fmla="*/ 10168 h 10168"/>
              <a:gd name="connsiteX8" fmla="*/ 5284 w 6883"/>
              <a:gd name="connsiteY8" fmla="*/ 10168 h 10168"/>
              <a:gd name="connsiteX9" fmla="*/ 5373 w 6883"/>
              <a:gd name="connsiteY9" fmla="*/ 10074 h 10168"/>
              <a:gd name="connsiteX10" fmla="*/ 5405 w 6883"/>
              <a:gd name="connsiteY10" fmla="*/ 9979 h 10168"/>
              <a:gd name="connsiteX11" fmla="*/ 6839 w 6883"/>
              <a:gd name="connsiteY11" fmla="*/ 5451 h 10168"/>
              <a:gd name="connsiteX12" fmla="*/ 6839 w 6883"/>
              <a:gd name="connsiteY12" fmla="*/ 4885 h 101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83" h="10168">
                <a:moveTo>
                  <a:pt x="6839" y="4885"/>
                </a:moveTo>
                <a:lnTo>
                  <a:pt x="5405" y="357"/>
                </a:lnTo>
                <a:cubicBezTo>
                  <a:pt x="5395" y="325"/>
                  <a:pt x="5383" y="294"/>
                  <a:pt x="5373" y="262"/>
                </a:cubicBezTo>
                <a:cubicBezTo>
                  <a:pt x="5344" y="168"/>
                  <a:pt x="5314" y="168"/>
                  <a:pt x="5284" y="168"/>
                </a:cubicBezTo>
                <a:lnTo>
                  <a:pt x="4716" y="168"/>
                </a:lnTo>
                <a:lnTo>
                  <a:pt x="50" y="0"/>
                </a:lnTo>
                <a:cubicBezTo>
                  <a:pt x="59" y="3322"/>
                  <a:pt x="-8" y="6643"/>
                  <a:pt x="1" y="9964"/>
                </a:cubicBezTo>
                <a:lnTo>
                  <a:pt x="4716" y="10168"/>
                </a:lnTo>
                <a:lnTo>
                  <a:pt x="5284" y="10168"/>
                </a:lnTo>
                <a:cubicBezTo>
                  <a:pt x="5314" y="10168"/>
                  <a:pt x="5344" y="10074"/>
                  <a:pt x="5373" y="10074"/>
                </a:cubicBezTo>
                <a:cubicBezTo>
                  <a:pt x="5373" y="9979"/>
                  <a:pt x="5405" y="9979"/>
                  <a:pt x="5405" y="9979"/>
                </a:cubicBezTo>
                <a:lnTo>
                  <a:pt x="6839" y="5451"/>
                </a:lnTo>
                <a:cubicBezTo>
                  <a:pt x="6898" y="5262"/>
                  <a:pt x="6898" y="5074"/>
                  <a:pt x="6839" y="488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540842-880B-C6E3-A8FF-E7C68AF523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80368" y="1059872"/>
            <a:ext cx="6224244" cy="4851350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Wingdings 3" charset="2"/>
              <a:buChar char=""/>
            </a:pP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Distributed Version Control: </a:t>
            </a: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Everyone has a full copy of the repository (history + files). Works offline, Faster operations, Safer backups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342900" indent="-342900">
              <a:buFont typeface="Wingdings 3" charset="2"/>
              <a:buChar char=""/>
            </a:pP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Lightning-Fast Performance: </a:t>
            </a: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Git is optimized for speed. Operations like commit, diff, and log are extremely fast because they run locally.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342900" indent="-342900">
              <a:buFont typeface="Wingdings 3" charset="2"/>
              <a:buChar char="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Branching &amp; Merging (Best in the industry): Git makes branching: EasyCheapFastSafeYou can create new features, test ideas, or fix bugs without touching the main code. Merging branches is also very smooth.</a:t>
            </a:r>
          </a:p>
          <a:p>
            <a:pPr marL="342900" indent="-342900">
              <a:buFont typeface="Wingdings 3" charset="2"/>
              <a:buChar char=""/>
            </a:pP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Staging Area (Index): </a:t>
            </a: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Before committing, you can select exactly which changes should go into a commit. This allows: Partial commits, Cleaner commit history, Better control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3197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2B2C76-040B-DC71-BEA2-B80150689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6" name="Group 155">
            <a:extLst>
              <a:ext uri="{FF2B5EF4-FFF2-40B4-BE49-F238E27FC236}">
                <a16:creationId xmlns:a16="http://schemas.microsoft.com/office/drawing/2014/main" id="{6947A6A5-829B-34B6-86EB-9F46ACE0DE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</p:grpSpPr>
        <p:sp>
          <p:nvSpPr>
            <p:cNvPr id="157" name="Freeform 11">
              <a:extLst>
                <a:ext uri="{FF2B5EF4-FFF2-40B4-BE49-F238E27FC236}">
                  <a16:creationId xmlns:a16="http://schemas.microsoft.com/office/drawing/2014/main" id="{ED104C73-9D34-E44B-B535-9D1634A390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58" name="Freeform 12">
              <a:extLst>
                <a:ext uri="{FF2B5EF4-FFF2-40B4-BE49-F238E27FC236}">
                  <a16:creationId xmlns:a16="http://schemas.microsoft.com/office/drawing/2014/main" id="{399C5558-1783-4138-9B32-837DF4EA93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59" name="Freeform 13">
              <a:extLst>
                <a:ext uri="{FF2B5EF4-FFF2-40B4-BE49-F238E27FC236}">
                  <a16:creationId xmlns:a16="http://schemas.microsoft.com/office/drawing/2014/main" id="{585F915C-092C-1675-0F9B-0AE1CB1982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60" name="Freeform 14">
              <a:extLst>
                <a:ext uri="{FF2B5EF4-FFF2-40B4-BE49-F238E27FC236}">
                  <a16:creationId xmlns:a16="http://schemas.microsoft.com/office/drawing/2014/main" id="{FD28ED28-DD95-B6D5-C300-89FF38F456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61" name="Freeform 15">
              <a:extLst>
                <a:ext uri="{FF2B5EF4-FFF2-40B4-BE49-F238E27FC236}">
                  <a16:creationId xmlns:a16="http://schemas.microsoft.com/office/drawing/2014/main" id="{097E4F6D-8B3D-E7A0-B3C3-9D3AA92799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62" name="Freeform 16">
              <a:extLst>
                <a:ext uri="{FF2B5EF4-FFF2-40B4-BE49-F238E27FC236}">
                  <a16:creationId xmlns:a16="http://schemas.microsoft.com/office/drawing/2014/main" id="{874B722F-F29D-45A7-8805-E2879CB775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63" name="Freeform 17">
              <a:extLst>
                <a:ext uri="{FF2B5EF4-FFF2-40B4-BE49-F238E27FC236}">
                  <a16:creationId xmlns:a16="http://schemas.microsoft.com/office/drawing/2014/main" id="{CF90034B-46C6-9DC7-27CE-78CB7DF361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64" name="Freeform 18">
              <a:extLst>
                <a:ext uri="{FF2B5EF4-FFF2-40B4-BE49-F238E27FC236}">
                  <a16:creationId xmlns:a16="http://schemas.microsoft.com/office/drawing/2014/main" id="{F117D43B-550E-5014-E903-C4B6040D66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65" name="Freeform 19">
              <a:extLst>
                <a:ext uri="{FF2B5EF4-FFF2-40B4-BE49-F238E27FC236}">
                  <a16:creationId xmlns:a16="http://schemas.microsoft.com/office/drawing/2014/main" id="{6E5A6F90-6BBD-570B-DBD9-EAB614CE1E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66" name="Freeform 20">
              <a:extLst>
                <a:ext uri="{FF2B5EF4-FFF2-40B4-BE49-F238E27FC236}">
                  <a16:creationId xmlns:a16="http://schemas.microsoft.com/office/drawing/2014/main" id="{6931BE85-AD34-6BE8-5F6C-1E0C314CC9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67" name="Freeform 21">
              <a:extLst>
                <a:ext uri="{FF2B5EF4-FFF2-40B4-BE49-F238E27FC236}">
                  <a16:creationId xmlns:a16="http://schemas.microsoft.com/office/drawing/2014/main" id="{789E9E0E-9B3B-AA07-20ED-39DA259D13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68" name="Freeform 22">
              <a:extLst>
                <a:ext uri="{FF2B5EF4-FFF2-40B4-BE49-F238E27FC236}">
                  <a16:creationId xmlns:a16="http://schemas.microsoft.com/office/drawing/2014/main" id="{A7C0A673-5A99-1870-E449-F233C7415A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68E0C195-F61E-596E-5432-1BC9D96FFA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786"/>
            <a:ext cx="2356675" cy="6854040"/>
            <a:chOff x="6627813" y="194833"/>
            <a:chExt cx="1952625" cy="5678918"/>
          </a:xfrm>
        </p:grpSpPr>
        <p:sp>
          <p:nvSpPr>
            <p:cNvPr id="171" name="Freeform 27">
              <a:extLst>
                <a:ext uri="{FF2B5EF4-FFF2-40B4-BE49-F238E27FC236}">
                  <a16:creationId xmlns:a16="http://schemas.microsoft.com/office/drawing/2014/main" id="{FEE2EC9F-A1A5-EB8E-1E19-BE9D757A07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72" name="Freeform 28">
              <a:extLst>
                <a:ext uri="{FF2B5EF4-FFF2-40B4-BE49-F238E27FC236}">
                  <a16:creationId xmlns:a16="http://schemas.microsoft.com/office/drawing/2014/main" id="{0330013F-5106-94AD-AB37-8C2A2F45EE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73" name="Freeform 29">
              <a:extLst>
                <a:ext uri="{FF2B5EF4-FFF2-40B4-BE49-F238E27FC236}">
                  <a16:creationId xmlns:a16="http://schemas.microsoft.com/office/drawing/2014/main" id="{78A20FBB-0FF6-1CC7-9FCD-6222777A22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74" name="Freeform 30">
              <a:extLst>
                <a:ext uri="{FF2B5EF4-FFF2-40B4-BE49-F238E27FC236}">
                  <a16:creationId xmlns:a16="http://schemas.microsoft.com/office/drawing/2014/main" id="{7F8307A6-7929-3087-CCB3-F65F000082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75" name="Freeform 31">
              <a:extLst>
                <a:ext uri="{FF2B5EF4-FFF2-40B4-BE49-F238E27FC236}">
                  <a16:creationId xmlns:a16="http://schemas.microsoft.com/office/drawing/2014/main" id="{A798D6B4-F2D8-7AC1-73A3-4AA4E78290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76" name="Freeform 32">
              <a:extLst>
                <a:ext uri="{FF2B5EF4-FFF2-40B4-BE49-F238E27FC236}">
                  <a16:creationId xmlns:a16="http://schemas.microsoft.com/office/drawing/2014/main" id="{29B8F0C8-AE24-64C3-D368-234EC782DD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77" name="Freeform 33">
              <a:extLst>
                <a:ext uri="{FF2B5EF4-FFF2-40B4-BE49-F238E27FC236}">
                  <a16:creationId xmlns:a16="http://schemas.microsoft.com/office/drawing/2014/main" id="{DD620BE3-6D5C-3E9B-8DA6-AAB9D1A26B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78" name="Freeform 34">
              <a:extLst>
                <a:ext uri="{FF2B5EF4-FFF2-40B4-BE49-F238E27FC236}">
                  <a16:creationId xmlns:a16="http://schemas.microsoft.com/office/drawing/2014/main" id="{EDA6E2EA-5CD3-1C26-9380-ACD9621DBA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79" name="Freeform 35">
              <a:extLst>
                <a:ext uri="{FF2B5EF4-FFF2-40B4-BE49-F238E27FC236}">
                  <a16:creationId xmlns:a16="http://schemas.microsoft.com/office/drawing/2014/main" id="{0483F9BB-8E3B-C25A-19E8-BDFEFEB94D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80" name="Freeform 36">
              <a:extLst>
                <a:ext uri="{FF2B5EF4-FFF2-40B4-BE49-F238E27FC236}">
                  <a16:creationId xmlns:a16="http://schemas.microsoft.com/office/drawing/2014/main" id="{5C599820-8D49-3FD9-68BB-0852E0FD15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81" name="Freeform 37">
              <a:extLst>
                <a:ext uri="{FF2B5EF4-FFF2-40B4-BE49-F238E27FC236}">
                  <a16:creationId xmlns:a16="http://schemas.microsoft.com/office/drawing/2014/main" id="{3C910CA4-50C1-B76C-3EAA-638E6E3B05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82" name="Freeform 38">
              <a:extLst>
                <a:ext uri="{FF2B5EF4-FFF2-40B4-BE49-F238E27FC236}">
                  <a16:creationId xmlns:a16="http://schemas.microsoft.com/office/drawing/2014/main" id="{BD005574-C073-E0AA-335F-3E073AB685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184" name="Rectangle 183">
            <a:extLst>
              <a:ext uri="{FF2B5EF4-FFF2-40B4-BE49-F238E27FC236}">
                <a16:creationId xmlns:a16="http://schemas.microsoft.com/office/drawing/2014/main" id="{F3358FF0-5673-B982-D5CB-ECC6117DF5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86" name="Freeform 11">
            <a:extLst>
              <a:ext uri="{FF2B5EF4-FFF2-40B4-BE49-F238E27FC236}">
                <a16:creationId xmlns:a16="http://schemas.microsoft.com/office/drawing/2014/main" id="{0A8F5423-9DDF-86D3-839F-7CD26566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F94E2CCB-457A-07D1-6DBF-79D933BDCD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654295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D2A72B-A016-3C4E-C152-37F905FE24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3889" y="1059872"/>
            <a:ext cx="3012216" cy="485134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b="1" dirty="0"/>
              <a:t>Top Features of Git</a:t>
            </a:r>
            <a:endParaRPr lang="en-US" sz="3600" dirty="0"/>
          </a:p>
        </p:txBody>
      </p:sp>
      <p:sp>
        <p:nvSpPr>
          <p:cNvPr id="190" name="Freeform 11">
            <a:extLst>
              <a:ext uri="{FF2B5EF4-FFF2-40B4-BE49-F238E27FC236}">
                <a16:creationId xmlns:a16="http://schemas.microsoft.com/office/drawing/2014/main" id="{8D59B929-B3CA-CD49-309D-8057A8F48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159" y="1149203"/>
            <a:ext cx="1098194" cy="514066"/>
          </a:xfrm>
          <a:custGeom>
            <a:avLst/>
            <a:gdLst>
              <a:gd name="connsiteX0" fmla="*/ 10000 w 10044"/>
              <a:gd name="connsiteY0" fmla="*/ 4701 h 9966"/>
              <a:gd name="connsiteX1" fmla="*/ 8559 w 10044"/>
              <a:gd name="connsiteY1" fmla="*/ 188 h 9966"/>
              <a:gd name="connsiteX2" fmla="*/ 8527 w 10044"/>
              <a:gd name="connsiteY2" fmla="*/ 94 h 9966"/>
              <a:gd name="connsiteX3" fmla="*/ 8438 w 10044"/>
              <a:gd name="connsiteY3" fmla="*/ 0 h 9966"/>
              <a:gd name="connsiteX4" fmla="*/ 7867 w 10044"/>
              <a:gd name="connsiteY4" fmla="*/ 0 h 9966"/>
              <a:gd name="connsiteX5" fmla="*/ 0 w 10044"/>
              <a:gd name="connsiteY5" fmla="*/ 70 h 9966"/>
              <a:gd name="connsiteX6" fmla="*/ 3132 w 10044"/>
              <a:gd name="connsiteY6" fmla="*/ 9763 h 9966"/>
              <a:gd name="connsiteX7" fmla="*/ 7867 w 10044"/>
              <a:gd name="connsiteY7" fmla="*/ 9966 h 9966"/>
              <a:gd name="connsiteX8" fmla="*/ 8438 w 10044"/>
              <a:gd name="connsiteY8" fmla="*/ 9966 h 9966"/>
              <a:gd name="connsiteX9" fmla="*/ 8527 w 10044"/>
              <a:gd name="connsiteY9" fmla="*/ 9872 h 9966"/>
              <a:gd name="connsiteX10" fmla="*/ 8559 w 10044"/>
              <a:gd name="connsiteY10" fmla="*/ 9778 h 9966"/>
              <a:gd name="connsiteX11" fmla="*/ 10000 w 10044"/>
              <a:gd name="connsiteY11" fmla="*/ 5265 h 9966"/>
              <a:gd name="connsiteX12" fmla="*/ 10000 w 10044"/>
              <a:gd name="connsiteY12" fmla="*/ 4701 h 9966"/>
              <a:gd name="connsiteX0" fmla="*/ 6839 w 6883"/>
              <a:gd name="connsiteY0" fmla="*/ 4885 h 10168"/>
              <a:gd name="connsiteX1" fmla="*/ 5405 w 6883"/>
              <a:gd name="connsiteY1" fmla="*/ 357 h 10168"/>
              <a:gd name="connsiteX2" fmla="*/ 5373 w 6883"/>
              <a:gd name="connsiteY2" fmla="*/ 262 h 10168"/>
              <a:gd name="connsiteX3" fmla="*/ 5284 w 6883"/>
              <a:gd name="connsiteY3" fmla="*/ 168 h 10168"/>
              <a:gd name="connsiteX4" fmla="*/ 4716 w 6883"/>
              <a:gd name="connsiteY4" fmla="*/ 168 h 10168"/>
              <a:gd name="connsiteX5" fmla="*/ 50 w 6883"/>
              <a:gd name="connsiteY5" fmla="*/ 0 h 10168"/>
              <a:gd name="connsiteX6" fmla="*/ 1 w 6883"/>
              <a:gd name="connsiteY6" fmla="*/ 9964 h 10168"/>
              <a:gd name="connsiteX7" fmla="*/ 4716 w 6883"/>
              <a:gd name="connsiteY7" fmla="*/ 10168 h 10168"/>
              <a:gd name="connsiteX8" fmla="*/ 5284 w 6883"/>
              <a:gd name="connsiteY8" fmla="*/ 10168 h 10168"/>
              <a:gd name="connsiteX9" fmla="*/ 5373 w 6883"/>
              <a:gd name="connsiteY9" fmla="*/ 10074 h 10168"/>
              <a:gd name="connsiteX10" fmla="*/ 5405 w 6883"/>
              <a:gd name="connsiteY10" fmla="*/ 9979 h 10168"/>
              <a:gd name="connsiteX11" fmla="*/ 6839 w 6883"/>
              <a:gd name="connsiteY11" fmla="*/ 5451 h 10168"/>
              <a:gd name="connsiteX12" fmla="*/ 6839 w 6883"/>
              <a:gd name="connsiteY12" fmla="*/ 4885 h 101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83" h="10168">
                <a:moveTo>
                  <a:pt x="6839" y="4885"/>
                </a:moveTo>
                <a:lnTo>
                  <a:pt x="5405" y="357"/>
                </a:lnTo>
                <a:cubicBezTo>
                  <a:pt x="5395" y="325"/>
                  <a:pt x="5383" y="294"/>
                  <a:pt x="5373" y="262"/>
                </a:cubicBezTo>
                <a:cubicBezTo>
                  <a:pt x="5344" y="168"/>
                  <a:pt x="5314" y="168"/>
                  <a:pt x="5284" y="168"/>
                </a:cubicBezTo>
                <a:lnTo>
                  <a:pt x="4716" y="168"/>
                </a:lnTo>
                <a:lnTo>
                  <a:pt x="50" y="0"/>
                </a:lnTo>
                <a:cubicBezTo>
                  <a:pt x="59" y="3322"/>
                  <a:pt x="-8" y="6643"/>
                  <a:pt x="1" y="9964"/>
                </a:cubicBezTo>
                <a:lnTo>
                  <a:pt x="4716" y="10168"/>
                </a:lnTo>
                <a:lnTo>
                  <a:pt x="5284" y="10168"/>
                </a:lnTo>
                <a:cubicBezTo>
                  <a:pt x="5314" y="10168"/>
                  <a:pt x="5344" y="10074"/>
                  <a:pt x="5373" y="10074"/>
                </a:cubicBezTo>
                <a:cubicBezTo>
                  <a:pt x="5373" y="9979"/>
                  <a:pt x="5405" y="9979"/>
                  <a:pt x="5405" y="9979"/>
                </a:cubicBezTo>
                <a:lnTo>
                  <a:pt x="6839" y="5451"/>
                </a:lnTo>
                <a:cubicBezTo>
                  <a:pt x="6898" y="5262"/>
                  <a:pt x="6898" y="5074"/>
                  <a:pt x="6839" y="488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E3C048-2D57-484D-CD5D-DFCFE72B9D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80368" y="1059872"/>
            <a:ext cx="6224244" cy="4851350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Wingdings 3" charset="2"/>
              <a:buChar char=""/>
            </a:pP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Data Integrity (SHA-1): </a:t>
            </a: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Every file and commit is check summed with SHA-1.Git ensures your data cannot be changed silently or corrupted.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342900" indent="-342900">
              <a:buFont typeface="Wingdings 3" charset="2"/>
              <a:buChar char=""/>
            </a:pP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Distributed Collaboration: </a:t>
            </a: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Git makes collaboration easy using platforms like: GitHub, GitLab, Bitbucket. Everyone works on their own branches → merges → reviews.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342900" indent="-342900">
              <a:buFont typeface="Wingdings 3" charset="2"/>
              <a:buChar char="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Powerful History Tracking: Who change what? When was it changed? Why was it changed? -  (git log, git blame, git show)</a:t>
            </a:r>
          </a:p>
          <a:p>
            <a:pPr marL="342900" indent="-342900">
              <a:buFont typeface="Wingdings 3" charset="2"/>
              <a:buChar char=""/>
            </a:pP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Lightweight</a:t>
            </a:r>
          </a:p>
          <a:p>
            <a:pPr marL="342900" indent="-342900">
              <a:buFont typeface="Wingdings 3" charset="2"/>
              <a:buChar char=""/>
            </a:pP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Open Source &amp; Free</a:t>
            </a:r>
          </a:p>
          <a:p>
            <a:pPr marL="342900" indent="-342900">
              <a:buFont typeface="Wingdings 3" charset="2"/>
              <a:buChar char=""/>
            </a:pP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Flexibility</a:t>
            </a:r>
          </a:p>
        </p:txBody>
      </p:sp>
    </p:spTree>
    <p:extLst>
      <p:ext uri="{BB962C8B-B14F-4D97-AF65-F5344CB8AC3E}">
        <p14:creationId xmlns:p14="http://schemas.microsoft.com/office/powerpoint/2010/main" val="497829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66A4CC-A4CE-79F3-9105-5C71395DE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Group 59">
            <a:extLst>
              <a:ext uri="{FF2B5EF4-FFF2-40B4-BE49-F238E27FC236}">
                <a16:creationId xmlns:a16="http://schemas.microsoft.com/office/drawing/2014/main" id="{A889BB59-0C39-1595-4A96-867A5A719D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</p:grpSpPr>
        <p:sp>
          <p:nvSpPr>
            <p:cNvPr id="61" name="Freeform 11">
              <a:extLst>
                <a:ext uri="{FF2B5EF4-FFF2-40B4-BE49-F238E27FC236}">
                  <a16:creationId xmlns:a16="http://schemas.microsoft.com/office/drawing/2014/main" id="{22DB28B6-9602-1078-1A32-0E938B9B4A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62" name="Freeform 12">
              <a:extLst>
                <a:ext uri="{FF2B5EF4-FFF2-40B4-BE49-F238E27FC236}">
                  <a16:creationId xmlns:a16="http://schemas.microsoft.com/office/drawing/2014/main" id="{4A226AAE-2B7F-149B-5740-037B260B83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63" name="Freeform 13">
              <a:extLst>
                <a:ext uri="{FF2B5EF4-FFF2-40B4-BE49-F238E27FC236}">
                  <a16:creationId xmlns:a16="http://schemas.microsoft.com/office/drawing/2014/main" id="{770ADE46-7BD4-150A-D904-810FA630C0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64" name="Freeform 14">
              <a:extLst>
                <a:ext uri="{FF2B5EF4-FFF2-40B4-BE49-F238E27FC236}">
                  <a16:creationId xmlns:a16="http://schemas.microsoft.com/office/drawing/2014/main" id="{F5165E96-3C8F-FB5F-2ACF-AD24217E09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65" name="Freeform 15">
              <a:extLst>
                <a:ext uri="{FF2B5EF4-FFF2-40B4-BE49-F238E27FC236}">
                  <a16:creationId xmlns:a16="http://schemas.microsoft.com/office/drawing/2014/main" id="{6C5542C0-94C7-6A63-06F2-81128EF5E0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66" name="Freeform 16">
              <a:extLst>
                <a:ext uri="{FF2B5EF4-FFF2-40B4-BE49-F238E27FC236}">
                  <a16:creationId xmlns:a16="http://schemas.microsoft.com/office/drawing/2014/main" id="{EE74F044-39B9-9650-4A2D-928E55E9FB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67" name="Freeform 17">
              <a:extLst>
                <a:ext uri="{FF2B5EF4-FFF2-40B4-BE49-F238E27FC236}">
                  <a16:creationId xmlns:a16="http://schemas.microsoft.com/office/drawing/2014/main" id="{54208A14-34BA-966A-3C20-C9CCB49DB0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68" name="Freeform 18">
              <a:extLst>
                <a:ext uri="{FF2B5EF4-FFF2-40B4-BE49-F238E27FC236}">
                  <a16:creationId xmlns:a16="http://schemas.microsoft.com/office/drawing/2014/main" id="{D9A842BF-ADC3-A949-46F4-5A23840981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69" name="Freeform 19">
              <a:extLst>
                <a:ext uri="{FF2B5EF4-FFF2-40B4-BE49-F238E27FC236}">
                  <a16:creationId xmlns:a16="http://schemas.microsoft.com/office/drawing/2014/main" id="{984706B9-B213-95AD-7450-AA251D5520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70" name="Freeform 20">
              <a:extLst>
                <a:ext uri="{FF2B5EF4-FFF2-40B4-BE49-F238E27FC236}">
                  <a16:creationId xmlns:a16="http://schemas.microsoft.com/office/drawing/2014/main" id="{11C5D791-2744-AF76-71D3-0FC5F2C7DC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71" name="Freeform 21">
              <a:extLst>
                <a:ext uri="{FF2B5EF4-FFF2-40B4-BE49-F238E27FC236}">
                  <a16:creationId xmlns:a16="http://schemas.microsoft.com/office/drawing/2014/main" id="{05FCCC18-1362-4955-E0D5-498E2A03B1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72" name="Freeform 22">
              <a:extLst>
                <a:ext uri="{FF2B5EF4-FFF2-40B4-BE49-F238E27FC236}">
                  <a16:creationId xmlns:a16="http://schemas.microsoft.com/office/drawing/2014/main" id="{6874AF82-00C3-FB39-69C8-4AC478FE0F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E3E8545B-A984-C03B-F230-2F77593172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786"/>
            <a:ext cx="2356675" cy="6854040"/>
            <a:chOff x="6627813" y="194833"/>
            <a:chExt cx="1952625" cy="5678918"/>
          </a:xfrm>
        </p:grpSpPr>
        <p:sp>
          <p:nvSpPr>
            <p:cNvPr id="75" name="Freeform 27">
              <a:extLst>
                <a:ext uri="{FF2B5EF4-FFF2-40B4-BE49-F238E27FC236}">
                  <a16:creationId xmlns:a16="http://schemas.microsoft.com/office/drawing/2014/main" id="{5ED988B7-CFD7-81B8-01AA-240DECB13A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76" name="Freeform 28">
              <a:extLst>
                <a:ext uri="{FF2B5EF4-FFF2-40B4-BE49-F238E27FC236}">
                  <a16:creationId xmlns:a16="http://schemas.microsoft.com/office/drawing/2014/main" id="{59868038-086F-318A-3DAB-29887E98AD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77" name="Freeform 29">
              <a:extLst>
                <a:ext uri="{FF2B5EF4-FFF2-40B4-BE49-F238E27FC236}">
                  <a16:creationId xmlns:a16="http://schemas.microsoft.com/office/drawing/2014/main" id="{683A4158-62A8-65AB-5C76-AA023B2D96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78" name="Freeform 30">
              <a:extLst>
                <a:ext uri="{FF2B5EF4-FFF2-40B4-BE49-F238E27FC236}">
                  <a16:creationId xmlns:a16="http://schemas.microsoft.com/office/drawing/2014/main" id="{A2DE194E-AF50-F20A-2A76-B76D5B0948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79" name="Freeform 31">
              <a:extLst>
                <a:ext uri="{FF2B5EF4-FFF2-40B4-BE49-F238E27FC236}">
                  <a16:creationId xmlns:a16="http://schemas.microsoft.com/office/drawing/2014/main" id="{D9BE9F3D-4E95-A71F-CF59-2E6353DB56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80" name="Freeform 32">
              <a:extLst>
                <a:ext uri="{FF2B5EF4-FFF2-40B4-BE49-F238E27FC236}">
                  <a16:creationId xmlns:a16="http://schemas.microsoft.com/office/drawing/2014/main" id="{99CA4F43-364D-5E10-B8D8-C009F2F73F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81" name="Freeform 33">
              <a:extLst>
                <a:ext uri="{FF2B5EF4-FFF2-40B4-BE49-F238E27FC236}">
                  <a16:creationId xmlns:a16="http://schemas.microsoft.com/office/drawing/2014/main" id="{04B45FC0-B439-A1E7-8464-BE261325DC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82" name="Freeform 34">
              <a:extLst>
                <a:ext uri="{FF2B5EF4-FFF2-40B4-BE49-F238E27FC236}">
                  <a16:creationId xmlns:a16="http://schemas.microsoft.com/office/drawing/2014/main" id="{4369F961-BFDE-B03A-AE75-1DCAE45A8E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83" name="Freeform 35">
              <a:extLst>
                <a:ext uri="{FF2B5EF4-FFF2-40B4-BE49-F238E27FC236}">
                  <a16:creationId xmlns:a16="http://schemas.microsoft.com/office/drawing/2014/main" id="{2123A21E-B1A6-7795-7C67-C200D95285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84" name="Freeform 36">
              <a:extLst>
                <a:ext uri="{FF2B5EF4-FFF2-40B4-BE49-F238E27FC236}">
                  <a16:creationId xmlns:a16="http://schemas.microsoft.com/office/drawing/2014/main" id="{CF6CEE89-EB0D-2E0E-8A57-72146E41A9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85" name="Freeform 37">
              <a:extLst>
                <a:ext uri="{FF2B5EF4-FFF2-40B4-BE49-F238E27FC236}">
                  <a16:creationId xmlns:a16="http://schemas.microsoft.com/office/drawing/2014/main" id="{F70E24DD-8F17-771C-7FC0-1CCD4B5B46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86" name="Freeform 38">
              <a:extLst>
                <a:ext uri="{FF2B5EF4-FFF2-40B4-BE49-F238E27FC236}">
                  <a16:creationId xmlns:a16="http://schemas.microsoft.com/office/drawing/2014/main" id="{2216600C-E15F-4656-08AF-945045A94D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88" name="Rectangle 87">
            <a:extLst>
              <a:ext uri="{FF2B5EF4-FFF2-40B4-BE49-F238E27FC236}">
                <a16:creationId xmlns:a16="http://schemas.microsoft.com/office/drawing/2014/main" id="{1A53AE92-EBD8-C054-A5DF-9669378A34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90" name="Freeform 11">
            <a:extLst>
              <a:ext uri="{FF2B5EF4-FFF2-40B4-BE49-F238E27FC236}">
                <a16:creationId xmlns:a16="http://schemas.microsoft.com/office/drawing/2014/main" id="{EE97CEAA-24F2-245D-1DF8-93B6BCC05E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 useBgFill="1">
        <p:nvSpPr>
          <p:cNvPr id="92" name="Rectangle 91">
            <a:extLst>
              <a:ext uri="{FF2B5EF4-FFF2-40B4-BE49-F238E27FC236}">
                <a16:creationId xmlns:a16="http://schemas.microsoft.com/office/drawing/2014/main" id="{7848BDA8-E047-0266-B443-7EA4C3C4D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E0FF22B-F2F0-4AD7-7081-B215B388CE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2306695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D46BFB-D8D1-0402-435F-C8A957B34F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43391" y="624110"/>
            <a:ext cx="9383408" cy="128089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b="1">
                <a:solidFill>
                  <a:srgbClr val="FFFFFF"/>
                </a:solidFill>
              </a:rPr>
              <a:t>Learning goals</a:t>
            </a:r>
            <a:endParaRPr lang="en-US" sz="3600">
              <a:solidFill>
                <a:srgbClr val="FFFFFF"/>
              </a:solidFill>
            </a:endParaRPr>
          </a:p>
        </p:txBody>
      </p:sp>
      <p:sp>
        <p:nvSpPr>
          <p:cNvPr id="96" name="Freeform 11">
            <a:extLst>
              <a:ext uri="{FF2B5EF4-FFF2-40B4-BE49-F238E27FC236}">
                <a16:creationId xmlns:a16="http://schemas.microsoft.com/office/drawing/2014/main" id="{CCECD642-1AEC-7292-1E19-42D5178BB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65F099-36F0-C836-2E8C-8B43EC6F43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43392" y="2623930"/>
            <a:ext cx="9383408" cy="3287292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Wingdings 3" charset="2"/>
              <a:buChar char=""/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Use Git confidently: init, stage, commit, branch, rebase, merge, bisect, stash, cherry-pick.</a:t>
            </a:r>
          </a:p>
          <a:p>
            <a:pPr marL="342900" indent="-342900">
              <a:buFont typeface="Wingdings 3" charset="2"/>
              <a:buChar char=""/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Fork a public repository, contribute via branches and PRs, keep your fork in sync.</a:t>
            </a:r>
          </a:p>
          <a:p>
            <a:pPr marL="342900" indent="-342900">
              <a:buFont typeface="Wingdings 3" charset="2"/>
              <a:buChar char=""/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Configure branch protection and recover from force-push mistakes.</a:t>
            </a:r>
          </a:p>
          <a:p>
            <a:pPr marL="342900" indent="-342900">
              <a:buFont typeface="Wingdings 3" charset="2"/>
              <a:buChar char=""/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Prepare a repo to run on Heroku and Render; deploy and troubleshoot.</a:t>
            </a:r>
          </a:p>
          <a:p>
            <a:pPr marL="342900" indent="-342900">
              <a:buFont typeface="Wingdings 3" charset="2"/>
              <a:buChar char=""/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Create CI pipeline to deploy from Git.</a:t>
            </a:r>
          </a:p>
        </p:txBody>
      </p:sp>
    </p:spTree>
    <p:extLst>
      <p:ext uri="{BB962C8B-B14F-4D97-AF65-F5344CB8AC3E}">
        <p14:creationId xmlns:p14="http://schemas.microsoft.com/office/powerpoint/2010/main" val="1050955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299CDD-006D-FFAA-F482-E0870510D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2" name="Group 261">
            <a:extLst>
              <a:ext uri="{FF2B5EF4-FFF2-40B4-BE49-F238E27FC236}">
                <a16:creationId xmlns:a16="http://schemas.microsoft.com/office/drawing/2014/main" id="{8CD25866-F15D-40A4-AEC5-47C044637A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</p:grpSpPr>
        <p:sp>
          <p:nvSpPr>
            <p:cNvPr id="263" name="Freeform 11">
              <a:extLst>
                <a:ext uri="{FF2B5EF4-FFF2-40B4-BE49-F238E27FC236}">
                  <a16:creationId xmlns:a16="http://schemas.microsoft.com/office/drawing/2014/main" id="{DCB8E995-36E8-40B6-82D4-F52DE2987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64" name="Freeform 12">
              <a:extLst>
                <a:ext uri="{FF2B5EF4-FFF2-40B4-BE49-F238E27FC236}">
                  <a16:creationId xmlns:a16="http://schemas.microsoft.com/office/drawing/2014/main" id="{DF54AEB5-68B5-46AE-B8F0-EEBE5DFED8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65" name="Freeform 13">
              <a:extLst>
                <a:ext uri="{FF2B5EF4-FFF2-40B4-BE49-F238E27FC236}">
                  <a16:creationId xmlns:a16="http://schemas.microsoft.com/office/drawing/2014/main" id="{E3F708CB-F094-4EE7-8AD5-A462F1DF8B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66" name="Freeform 14">
              <a:extLst>
                <a:ext uri="{FF2B5EF4-FFF2-40B4-BE49-F238E27FC236}">
                  <a16:creationId xmlns:a16="http://schemas.microsoft.com/office/drawing/2014/main" id="{ECFCFB22-E8B5-4FAC-A354-E7E0CE6F2B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67" name="Freeform 15">
              <a:extLst>
                <a:ext uri="{FF2B5EF4-FFF2-40B4-BE49-F238E27FC236}">
                  <a16:creationId xmlns:a16="http://schemas.microsoft.com/office/drawing/2014/main" id="{ED1DB3B4-A6DC-476F-986E-DF361EE842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68" name="Freeform 16">
              <a:extLst>
                <a:ext uri="{FF2B5EF4-FFF2-40B4-BE49-F238E27FC236}">
                  <a16:creationId xmlns:a16="http://schemas.microsoft.com/office/drawing/2014/main" id="{4EE13DFA-3489-4DE6-9154-34D9CB4005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69" name="Freeform 17">
              <a:extLst>
                <a:ext uri="{FF2B5EF4-FFF2-40B4-BE49-F238E27FC236}">
                  <a16:creationId xmlns:a16="http://schemas.microsoft.com/office/drawing/2014/main" id="{5CD12D51-F9A8-4CC9-B9C9-206EAFD8C1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70" name="Freeform 18">
              <a:extLst>
                <a:ext uri="{FF2B5EF4-FFF2-40B4-BE49-F238E27FC236}">
                  <a16:creationId xmlns:a16="http://schemas.microsoft.com/office/drawing/2014/main" id="{266B326C-1178-40F9-A265-6067D363B4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71" name="Freeform 19">
              <a:extLst>
                <a:ext uri="{FF2B5EF4-FFF2-40B4-BE49-F238E27FC236}">
                  <a16:creationId xmlns:a16="http://schemas.microsoft.com/office/drawing/2014/main" id="{12F3B319-F00B-4755-BC54-95511E21DB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72" name="Freeform 20">
              <a:extLst>
                <a:ext uri="{FF2B5EF4-FFF2-40B4-BE49-F238E27FC236}">
                  <a16:creationId xmlns:a16="http://schemas.microsoft.com/office/drawing/2014/main" id="{3079D7BD-8A3F-47F6-8407-D9DA96FF35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73" name="Freeform 21">
              <a:extLst>
                <a:ext uri="{FF2B5EF4-FFF2-40B4-BE49-F238E27FC236}">
                  <a16:creationId xmlns:a16="http://schemas.microsoft.com/office/drawing/2014/main" id="{1F97C31C-8585-43FB-924B-8ADD651233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74" name="Freeform 22">
              <a:extLst>
                <a:ext uri="{FF2B5EF4-FFF2-40B4-BE49-F238E27FC236}">
                  <a16:creationId xmlns:a16="http://schemas.microsoft.com/office/drawing/2014/main" id="{A33E1C89-7E74-49BF-A5D1-9A352ED03E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276" name="Group 275">
            <a:extLst>
              <a:ext uri="{FF2B5EF4-FFF2-40B4-BE49-F238E27FC236}">
                <a16:creationId xmlns:a16="http://schemas.microsoft.com/office/drawing/2014/main" id="{0C4A17ED-96AA-44A6-A050-E1A7A1CDD9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786"/>
            <a:ext cx="2356675" cy="6854040"/>
            <a:chOff x="6627813" y="194833"/>
            <a:chExt cx="1952625" cy="5678918"/>
          </a:xfrm>
        </p:grpSpPr>
        <p:sp>
          <p:nvSpPr>
            <p:cNvPr id="277" name="Freeform 27">
              <a:extLst>
                <a:ext uri="{FF2B5EF4-FFF2-40B4-BE49-F238E27FC236}">
                  <a16:creationId xmlns:a16="http://schemas.microsoft.com/office/drawing/2014/main" id="{FBB2A87E-3E24-4A6F-9FD8-0F1436D4D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78" name="Freeform 28">
              <a:extLst>
                <a:ext uri="{FF2B5EF4-FFF2-40B4-BE49-F238E27FC236}">
                  <a16:creationId xmlns:a16="http://schemas.microsoft.com/office/drawing/2014/main" id="{257F945B-2AA3-4328-BFF5-20DE64011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79" name="Freeform 29">
              <a:extLst>
                <a:ext uri="{FF2B5EF4-FFF2-40B4-BE49-F238E27FC236}">
                  <a16:creationId xmlns:a16="http://schemas.microsoft.com/office/drawing/2014/main" id="{E1A7230F-6A6F-403C-9D83-7176E28525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80" name="Freeform 30">
              <a:extLst>
                <a:ext uri="{FF2B5EF4-FFF2-40B4-BE49-F238E27FC236}">
                  <a16:creationId xmlns:a16="http://schemas.microsoft.com/office/drawing/2014/main" id="{E33E315A-9CB0-460E-A8B7-0A064BBFA0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81" name="Freeform 31">
              <a:extLst>
                <a:ext uri="{FF2B5EF4-FFF2-40B4-BE49-F238E27FC236}">
                  <a16:creationId xmlns:a16="http://schemas.microsoft.com/office/drawing/2014/main" id="{22CAAD33-CFAD-4E61-82AE-0C6F838530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82" name="Freeform 32">
              <a:extLst>
                <a:ext uri="{FF2B5EF4-FFF2-40B4-BE49-F238E27FC236}">
                  <a16:creationId xmlns:a16="http://schemas.microsoft.com/office/drawing/2014/main" id="{1A20E13C-2540-4000-A13B-8F781100E3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83" name="Freeform 33">
              <a:extLst>
                <a:ext uri="{FF2B5EF4-FFF2-40B4-BE49-F238E27FC236}">
                  <a16:creationId xmlns:a16="http://schemas.microsoft.com/office/drawing/2014/main" id="{51EF0A01-E03D-448B-B12E-D5BFC6D0D2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84" name="Freeform 34">
              <a:extLst>
                <a:ext uri="{FF2B5EF4-FFF2-40B4-BE49-F238E27FC236}">
                  <a16:creationId xmlns:a16="http://schemas.microsoft.com/office/drawing/2014/main" id="{58286A03-168E-477B-8876-2C53E4950D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85" name="Freeform 35">
              <a:extLst>
                <a:ext uri="{FF2B5EF4-FFF2-40B4-BE49-F238E27FC236}">
                  <a16:creationId xmlns:a16="http://schemas.microsoft.com/office/drawing/2014/main" id="{3DFFC705-1899-4E4C-AE76-F85BAF2F66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86" name="Freeform 36">
              <a:extLst>
                <a:ext uri="{FF2B5EF4-FFF2-40B4-BE49-F238E27FC236}">
                  <a16:creationId xmlns:a16="http://schemas.microsoft.com/office/drawing/2014/main" id="{01C9598D-BDF6-4A24-83B6-4DCA4D1349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87" name="Freeform 37">
              <a:extLst>
                <a:ext uri="{FF2B5EF4-FFF2-40B4-BE49-F238E27FC236}">
                  <a16:creationId xmlns:a16="http://schemas.microsoft.com/office/drawing/2014/main" id="{950C8213-67CD-4DEF-AA44-8BB3101392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88" name="Freeform 38">
              <a:extLst>
                <a:ext uri="{FF2B5EF4-FFF2-40B4-BE49-F238E27FC236}">
                  <a16:creationId xmlns:a16="http://schemas.microsoft.com/office/drawing/2014/main" id="{2016FE1D-E3EB-4CF6-809B-159872CC78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290" name="Rectangle 289">
            <a:extLst>
              <a:ext uri="{FF2B5EF4-FFF2-40B4-BE49-F238E27FC236}">
                <a16:creationId xmlns:a16="http://schemas.microsoft.com/office/drawing/2014/main" id="{CE6C63DC-BAE4-42B6-8FDF-F6467C2D23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92" name="Freeform 11">
            <a:extLst>
              <a:ext uri="{FF2B5EF4-FFF2-40B4-BE49-F238E27FC236}">
                <a16:creationId xmlns:a16="http://schemas.microsoft.com/office/drawing/2014/main" id="{BFE4781A-41C7-4F27-8792-A74EFB8E5C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5BE0789E-91A7-4246-978E-A17FE1BF9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795735" cy="68580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96" name="Group 295">
            <a:extLst>
              <a:ext uri="{FF2B5EF4-FFF2-40B4-BE49-F238E27FC236}">
                <a16:creationId xmlns:a16="http://schemas.microsoft.com/office/drawing/2014/main" id="{3C6C0BD2-8B3C-4042-B4EE-5DB7665A37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786"/>
            <a:ext cx="2356675" cy="6854040"/>
            <a:chOff x="6627813" y="194833"/>
            <a:chExt cx="1952625" cy="5678918"/>
          </a:xfrm>
          <a:solidFill>
            <a:schemeClr val="bg2"/>
          </a:solidFill>
        </p:grpSpPr>
        <p:sp>
          <p:nvSpPr>
            <p:cNvPr id="297" name="Freeform 27">
              <a:extLst>
                <a:ext uri="{FF2B5EF4-FFF2-40B4-BE49-F238E27FC236}">
                  <a16:creationId xmlns:a16="http://schemas.microsoft.com/office/drawing/2014/main" id="{5F53669F-C1E6-43B8-AC6F-B44CE56BF7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98" name="Freeform 28">
              <a:extLst>
                <a:ext uri="{FF2B5EF4-FFF2-40B4-BE49-F238E27FC236}">
                  <a16:creationId xmlns:a16="http://schemas.microsoft.com/office/drawing/2014/main" id="{53966C25-DAEA-4318-8FBC-EC6FF8F5A1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99" name="Freeform 29">
              <a:extLst>
                <a:ext uri="{FF2B5EF4-FFF2-40B4-BE49-F238E27FC236}">
                  <a16:creationId xmlns:a16="http://schemas.microsoft.com/office/drawing/2014/main" id="{ED6EA716-EAD4-4023-8673-0809A1E245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00" name="Freeform 30">
              <a:extLst>
                <a:ext uri="{FF2B5EF4-FFF2-40B4-BE49-F238E27FC236}">
                  <a16:creationId xmlns:a16="http://schemas.microsoft.com/office/drawing/2014/main" id="{84261748-EFC0-4729-A7BB-A88FDAF6FA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01" name="Freeform 31">
              <a:extLst>
                <a:ext uri="{FF2B5EF4-FFF2-40B4-BE49-F238E27FC236}">
                  <a16:creationId xmlns:a16="http://schemas.microsoft.com/office/drawing/2014/main" id="{2C14F808-CC69-494F-98AC-CB750416CC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02" name="Freeform 32">
              <a:extLst>
                <a:ext uri="{FF2B5EF4-FFF2-40B4-BE49-F238E27FC236}">
                  <a16:creationId xmlns:a16="http://schemas.microsoft.com/office/drawing/2014/main" id="{F1CA3607-84D0-4085-A363-796A17B1D7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03" name="Freeform 33">
              <a:extLst>
                <a:ext uri="{FF2B5EF4-FFF2-40B4-BE49-F238E27FC236}">
                  <a16:creationId xmlns:a16="http://schemas.microsoft.com/office/drawing/2014/main" id="{491E6160-2958-4A90-8B50-EDA182AABB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04" name="Freeform 34">
              <a:extLst>
                <a:ext uri="{FF2B5EF4-FFF2-40B4-BE49-F238E27FC236}">
                  <a16:creationId xmlns:a16="http://schemas.microsoft.com/office/drawing/2014/main" id="{559F6CB7-E057-499B-A859-3602769892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05" name="Freeform 35">
              <a:extLst>
                <a:ext uri="{FF2B5EF4-FFF2-40B4-BE49-F238E27FC236}">
                  <a16:creationId xmlns:a16="http://schemas.microsoft.com/office/drawing/2014/main" id="{FF12353D-CF89-4D03-8075-C161824E23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06" name="Freeform 36">
              <a:extLst>
                <a:ext uri="{FF2B5EF4-FFF2-40B4-BE49-F238E27FC236}">
                  <a16:creationId xmlns:a16="http://schemas.microsoft.com/office/drawing/2014/main" id="{5B91C9D6-FAF2-445B-AF1B-43992602A9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07" name="Freeform 37">
              <a:extLst>
                <a:ext uri="{FF2B5EF4-FFF2-40B4-BE49-F238E27FC236}">
                  <a16:creationId xmlns:a16="http://schemas.microsoft.com/office/drawing/2014/main" id="{570F7A1D-86B1-4AD1-B4A3-9AE2A52C85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08" name="Freeform 38">
              <a:extLst>
                <a:ext uri="{FF2B5EF4-FFF2-40B4-BE49-F238E27FC236}">
                  <a16:creationId xmlns:a16="http://schemas.microsoft.com/office/drawing/2014/main" id="{52C6EBA8-95CC-4FE6-A8E4-3A6911E8A4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AD4805C-FAF8-B8E3-C50D-F45E1B9B2C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7056" y="1093380"/>
            <a:ext cx="3068182" cy="467124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3600"/>
              <a:t>Git Branching </a:t>
            </a:r>
          </a:p>
        </p:txBody>
      </p:sp>
      <p:sp>
        <p:nvSpPr>
          <p:cNvPr id="310" name="Freeform 11">
            <a:extLst>
              <a:ext uri="{FF2B5EF4-FFF2-40B4-BE49-F238E27FC236}">
                <a16:creationId xmlns:a16="http://schemas.microsoft.com/office/drawing/2014/main" id="{15EDA122-4530-45D2-A70A-B1A967AAE5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159" y="3179901"/>
            <a:ext cx="1098194" cy="514066"/>
          </a:xfrm>
          <a:custGeom>
            <a:avLst/>
            <a:gdLst>
              <a:gd name="connsiteX0" fmla="*/ 10000 w 10044"/>
              <a:gd name="connsiteY0" fmla="*/ 4701 h 9966"/>
              <a:gd name="connsiteX1" fmla="*/ 8559 w 10044"/>
              <a:gd name="connsiteY1" fmla="*/ 188 h 9966"/>
              <a:gd name="connsiteX2" fmla="*/ 8527 w 10044"/>
              <a:gd name="connsiteY2" fmla="*/ 94 h 9966"/>
              <a:gd name="connsiteX3" fmla="*/ 8438 w 10044"/>
              <a:gd name="connsiteY3" fmla="*/ 0 h 9966"/>
              <a:gd name="connsiteX4" fmla="*/ 7867 w 10044"/>
              <a:gd name="connsiteY4" fmla="*/ 0 h 9966"/>
              <a:gd name="connsiteX5" fmla="*/ 0 w 10044"/>
              <a:gd name="connsiteY5" fmla="*/ 70 h 9966"/>
              <a:gd name="connsiteX6" fmla="*/ 3132 w 10044"/>
              <a:gd name="connsiteY6" fmla="*/ 9763 h 9966"/>
              <a:gd name="connsiteX7" fmla="*/ 7867 w 10044"/>
              <a:gd name="connsiteY7" fmla="*/ 9966 h 9966"/>
              <a:gd name="connsiteX8" fmla="*/ 8438 w 10044"/>
              <a:gd name="connsiteY8" fmla="*/ 9966 h 9966"/>
              <a:gd name="connsiteX9" fmla="*/ 8527 w 10044"/>
              <a:gd name="connsiteY9" fmla="*/ 9872 h 9966"/>
              <a:gd name="connsiteX10" fmla="*/ 8559 w 10044"/>
              <a:gd name="connsiteY10" fmla="*/ 9778 h 9966"/>
              <a:gd name="connsiteX11" fmla="*/ 10000 w 10044"/>
              <a:gd name="connsiteY11" fmla="*/ 5265 h 9966"/>
              <a:gd name="connsiteX12" fmla="*/ 10000 w 10044"/>
              <a:gd name="connsiteY12" fmla="*/ 4701 h 9966"/>
              <a:gd name="connsiteX0" fmla="*/ 6839 w 6883"/>
              <a:gd name="connsiteY0" fmla="*/ 4885 h 10168"/>
              <a:gd name="connsiteX1" fmla="*/ 5405 w 6883"/>
              <a:gd name="connsiteY1" fmla="*/ 357 h 10168"/>
              <a:gd name="connsiteX2" fmla="*/ 5373 w 6883"/>
              <a:gd name="connsiteY2" fmla="*/ 262 h 10168"/>
              <a:gd name="connsiteX3" fmla="*/ 5284 w 6883"/>
              <a:gd name="connsiteY3" fmla="*/ 168 h 10168"/>
              <a:gd name="connsiteX4" fmla="*/ 4716 w 6883"/>
              <a:gd name="connsiteY4" fmla="*/ 168 h 10168"/>
              <a:gd name="connsiteX5" fmla="*/ 50 w 6883"/>
              <a:gd name="connsiteY5" fmla="*/ 0 h 10168"/>
              <a:gd name="connsiteX6" fmla="*/ 1 w 6883"/>
              <a:gd name="connsiteY6" fmla="*/ 9964 h 10168"/>
              <a:gd name="connsiteX7" fmla="*/ 4716 w 6883"/>
              <a:gd name="connsiteY7" fmla="*/ 10168 h 10168"/>
              <a:gd name="connsiteX8" fmla="*/ 5284 w 6883"/>
              <a:gd name="connsiteY8" fmla="*/ 10168 h 10168"/>
              <a:gd name="connsiteX9" fmla="*/ 5373 w 6883"/>
              <a:gd name="connsiteY9" fmla="*/ 10074 h 10168"/>
              <a:gd name="connsiteX10" fmla="*/ 5405 w 6883"/>
              <a:gd name="connsiteY10" fmla="*/ 9979 h 10168"/>
              <a:gd name="connsiteX11" fmla="*/ 6839 w 6883"/>
              <a:gd name="connsiteY11" fmla="*/ 5451 h 10168"/>
              <a:gd name="connsiteX12" fmla="*/ 6839 w 6883"/>
              <a:gd name="connsiteY12" fmla="*/ 4885 h 101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83" h="10168">
                <a:moveTo>
                  <a:pt x="6839" y="4885"/>
                </a:moveTo>
                <a:lnTo>
                  <a:pt x="5405" y="357"/>
                </a:lnTo>
                <a:cubicBezTo>
                  <a:pt x="5395" y="325"/>
                  <a:pt x="5383" y="294"/>
                  <a:pt x="5373" y="262"/>
                </a:cubicBezTo>
                <a:cubicBezTo>
                  <a:pt x="5344" y="168"/>
                  <a:pt x="5314" y="168"/>
                  <a:pt x="5284" y="168"/>
                </a:cubicBezTo>
                <a:lnTo>
                  <a:pt x="4716" y="168"/>
                </a:lnTo>
                <a:lnTo>
                  <a:pt x="50" y="0"/>
                </a:lnTo>
                <a:cubicBezTo>
                  <a:pt x="59" y="3322"/>
                  <a:pt x="-8" y="6643"/>
                  <a:pt x="1" y="9964"/>
                </a:cubicBezTo>
                <a:lnTo>
                  <a:pt x="4716" y="10168"/>
                </a:lnTo>
                <a:lnTo>
                  <a:pt x="5284" y="10168"/>
                </a:lnTo>
                <a:cubicBezTo>
                  <a:pt x="5314" y="10168"/>
                  <a:pt x="5344" y="10074"/>
                  <a:pt x="5373" y="10074"/>
                </a:cubicBezTo>
                <a:cubicBezTo>
                  <a:pt x="5373" y="9979"/>
                  <a:pt x="5405" y="9979"/>
                  <a:pt x="5405" y="9979"/>
                </a:cubicBezTo>
                <a:lnTo>
                  <a:pt x="6839" y="5451"/>
                </a:lnTo>
                <a:cubicBezTo>
                  <a:pt x="6898" y="5262"/>
                  <a:pt x="6898" y="5074"/>
                  <a:pt x="6839" y="488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12" name="Rectangle 311">
            <a:extLst>
              <a:ext uri="{FF2B5EF4-FFF2-40B4-BE49-F238E27FC236}">
                <a16:creationId xmlns:a16="http://schemas.microsoft.com/office/drawing/2014/main" id="{9782F52E-0F94-4BFC-9F89-B054DDEAB9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95736" y="0"/>
            <a:ext cx="7396264" cy="6858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3BEF91-70E3-5FCF-D7C0-D7536A0A75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85509" y="1093380"/>
            <a:ext cx="6219103" cy="467925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342900" indent="-342900">
              <a:lnSpc>
                <a:spcPct val="90000"/>
              </a:lnSpc>
              <a:buFont typeface="Wingdings 3" charset="2"/>
              <a:buChar char=""/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Work on Features Without Breaking Main Code (</a:t>
            </a:r>
            <a:r>
              <a:rPr lang="en-US" b="1" i="1">
                <a:solidFill>
                  <a:schemeClr val="tx1">
                    <a:lumMod val="75000"/>
                    <a:lumOff val="25000"/>
                  </a:schemeClr>
                </a:solidFill>
              </a:rPr>
              <a:t>git checkout -b feature/login-system</a:t>
            </a: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)</a:t>
            </a:r>
          </a:p>
          <a:p>
            <a:pPr marL="342900" indent="-342900">
              <a:lnSpc>
                <a:spcPct val="90000"/>
              </a:lnSpc>
              <a:buFont typeface="Wingdings 3" charset="2"/>
              <a:buChar char=""/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Multiple Developers Can Work in Parallel (</a:t>
            </a:r>
            <a:r>
              <a:rPr lang="en-US" b="1" i="1">
                <a:solidFill>
                  <a:schemeClr val="tx1">
                    <a:lumMod val="75000"/>
                    <a:lumOff val="25000"/>
                  </a:schemeClr>
                </a:solidFill>
              </a:rPr>
              <a:t>Dev A: feature/payment-api | Dev B: feature/dashboard-ui | Dev C: bugfix/order-summary</a:t>
            </a: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)</a:t>
            </a:r>
          </a:p>
          <a:p>
            <a:pPr marL="342900" indent="-342900">
              <a:lnSpc>
                <a:spcPct val="90000"/>
              </a:lnSpc>
              <a:buFont typeface="Wingdings 3" charset="2"/>
              <a:buChar char=""/>
            </a:pP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Easier Bug Fixing (</a:t>
            </a:r>
            <a:r>
              <a:rPr lang="en-US" b="1" i="1">
                <a:solidFill>
                  <a:schemeClr val="tx1">
                    <a:lumMod val="75000"/>
                    <a:lumOff val="25000"/>
                  </a:schemeClr>
                </a:solidFill>
              </a:rPr>
              <a:t>git checkout -b hotfix/critical-db-error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)</a:t>
            </a:r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342900" indent="-342900">
              <a:lnSpc>
                <a:spcPct val="90000"/>
              </a:lnSpc>
              <a:buFont typeface="Wingdings 3" charset="2"/>
              <a:buChar char=""/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Better Code Review and Collaboration (</a:t>
            </a:r>
            <a:r>
              <a:rPr lang="en-US" b="1" i="1">
                <a:solidFill>
                  <a:schemeClr val="tx1">
                    <a:lumMod val="75000"/>
                    <a:lumOff val="25000"/>
                  </a:schemeClr>
                </a:solidFill>
              </a:rPr>
              <a:t>Create branch → feature/cart-module, git push -u origin feature/cart-module, Open Pull Request → teammates review, Approve → merge to main</a:t>
            </a: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)</a:t>
            </a:r>
          </a:p>
          <a:p>
            <a:pPr marL="342900" indent="-342900">
              <a:lnSpc>
                <a:spcPct val="90000"/>
              </a:lnSpc>
              <a:buFont typeface="Wingdings 3" charset="2"/>
              <a:buChar char=""/>
            </a:pP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Helps Maintain Different Versions</a:t>
            </a:r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342900" indent="-342900">
              <a:lnSpc>
                <a:spcPct val="90000"/>
              </a:lnSpc>
              <a:buFont typeface="Wingdings 3" charset="2"/>
              <a:buChar char=""/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Easy Rollback If Something Goes Wrong</a:t>
            </a:r>
          </a:p>
          <a:p>
            <a:pPr marL="342900" indent="-342900">
              <a:lnSpc>
                <a:spcPct val="90000"/>
              </a:lnSpc>
              <a:buFont typeface="Wingdings 3" charset="2"/>
              <a:buChar char=""/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Helps with CI/CD Pipelines</a:t>
            </a:r>
          </a:p>
        </p:txBody>
      </p:sp>
    </p:spTree>
    <p:extLst>
      <p:ext uri="{BB962C8B-B14F-4D97-AF65-F5344CB8AC3E}">
        <p14:creationId xmlns:p14="http://schemas.microsoft.com/office/powerpoint/2010/main" val="30747261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2DCAFD-8D91-215B-9F53-67C4D35EF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2" name="Group 261">
            <a:extLst>
              <a:ext uri="{FF2B5EF4-FFF2-40B4-BE49-F238E27FC236}">
                <a16:creationId xmlns:a16="http://schemas.microsoft.com/office/drawing/2014/main" id="{591AAA2E-CEF0-31D1-11B9-0077837A69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</p:grpSpPr>
        <p:sp>
          <p:nvSpPr>
            <p:cNvPr id="263" name="Freeform 11">
              <a:extLst>
                <a:ext uri="{FF2B5EF4-FFF2-40B4-BE49-F238E27FC236}">
                  <a16:creationId xmlns:a16="http://schemas.microsoft.com/office/drawing/2014/main" id="{69045A74-6D12-BA39-71BD-2AE0510504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64" name="Freeform 12">
              <a:extLst>
                <a:ext uri="{FF2B5EF4-FFF2-40B4-BE49-F238E27FC236}">
                  <a16:creationId xmlns:a16="http://schemas.microsoft.com/office/drawing/2014/main" id="{95AABB79-51F2-2CF2-E833-5A2B47FF47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65" name="Freeform 13">
              <a:extLst>
                <a:ext uri="{FF2B5EF4-FFF2-40B4-BE49-F238E27FC236}">
                  <a16:creationId xmlns:a16="http://schemas.microsoft.com/office/drawing/2014/main" id="{D9CDB993-9655-39EE-12DD-E3FA738472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66" name="Freeform 14">
              <a:extLst>
                <a:ext uri="{FF2B5EF4-FFF2-40B4-BE49-F238E27FC236}">
                  <a16:creationId xmlns:a16="http://schemas.microsoft.com/office/drawing/2014/main" id="{89958BA6-F74E-3E95-10EB-28DF3D78D2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67" name="Freeform 15">
              <a:extLst>
                <a:ext uri="{FF2B5EF4-FFF2-40B4-BE49-F238E27FC236}">
                  <a16:creationId xmlns:a16="http://schemas.microsoft.com/office/drawing/2014/main" id="{4611644E-E33D-0CF8-92D6-84DE547922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68" name="Freeform 16">
              <a:extLst>
                <a:ext uri="{FF2B5EF4-FFF2-40B4-BE49-F238E27FC236}">
                  <a16:creationId xmlns:a16="http://schemas.microsoft.com/office/drawing/2014/main" id="{8CDD2A0B-7523-7C87-748C-4D070A86B1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69" name="Freeform 17">
              <a:extLst>
                <a:ext uri="{FF2B5EF4-FFF2-40B4-BE49-F238E27FC236}">
                  <a16:creationId xmlns:a16="http://schemas.microsoft.com/office/drawing/2014/main" id="{EB3D3EB4-F6DA-FCA1-759A-AD3D7B42AE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70" name="Freeform 18">
              <a:extLst>
                <a:ext uri="{FF2B5EF4-FFF2-40B4-BE49-F238E27FC236}">
                  <a16:creationId xmlns:a16="http://schemas.microsoft.com/office/drawing/2014/main" id="{AE3741B9-1AB0-356E-CD47-45E47F2647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71" name="Freeform 19">
              <a:extLst>
                <a:ext uri="{FF2B5EF4-FFF2-40B4-BE49-F238E27FC236}">
                  <a16:creationId xmlns:a16="http://schemas.microsoft.com/office/drawing/2014/main" id="{F0AD5054-FBE0-0F1A-A209-80B13C1E03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72" name="Freeform 20">
              <a:extLst>
                <a:ext uri="{FF2B5EF4-FFF2-40B4-BE49-F238E27FC236}">
                  <a16:creationId xmlns:a16="http://schemas.microsoft.com/office/drawing/2014/main" id="{59C29861-4C31-F804-F3FC-2555F4D1B8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73" name="Freeform 21">
              <a:extLst>
                <a:ext uri="{FF2B5EF4-FFF2-40B4-BE49-F238E27FC236}">
                  <a16:creationId xmlns:a16="http://schemas.microsoft.com/office/drawing/2014/main" id="{66D27421-CD39-EED0-1B2E-BD0BD943C0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74" name="Freeform 22">
              <a:extLst>
                <a:ext uri="{FF2B5EF4-FFF2-40B4-BE49-F238E27FC236}">
                  <a16:creationId xmlns:a16="http://schemas.microsoft.com/office/drawing/2014/main" id="{17B777C2-0CDD-61ED-4E0E-9839497E41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276" name="Group 275">
            <a:extLst>
              <a:ext uri="{FF2B5EF4-FFF2-40B4-BE49-F238E27FC236}">
                <a16:creationId xmlns:a16="http://schemas.microsoft.com/office/drawing/2014/main" id="{8E933AE7-FCCB-7352-C307-EA90A32E02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786"/>
            <a:ext cx="2356675" cy="6854040"/>
            <a:chOff x="6627813" y="194833"/>
            <a:chExt cx="1952625" cy="5678918"/>
          </a:xfrm>
        </p:grpSpPr>
        <p:sp>
          <p:nvSpPr>
            <p:cNvPr id="277" name="Freeform 27">
              <a:extLst>
                <a:ext uri="{FF2B5EF4-FFF2-40B4-BE49-F238E27FC236}">
                  <a16:creationId xmlns:a16="http://schemas.microsoft.com/office/drawing/2014/main" id="{447D7878-5258-69F6-2E78-5D662FE108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78" name="Freeform 28">
              <a:extLst>
                <a:ext uri="{FF2B5EF4-FFF2-40B4-BE49-F238E27FC236}">
                  <a16:creationId xmlns:a16="http://schemas.microsoft.com/office/drawing/2014/main" id="{44EAF851-CB2B-ED04-C4FB-D64CF20B90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79" name="Freeform 29">
              <a:extLst>
                <a:ext uri="{FF2B5EF4-FFF2-40B4-BE49-F238E27FC236}">
                  <a16:creationId xmlns:a16="http://schemas.microsoft.com/office/drawing/2014/main" id="{9E48709F-03AA-46FF-1C70-F84A9DA468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80" name="Freeform 30">
              <a:extLst>
                <a:ext uri="{FF2B5EF4-FFF2-40B4-BE49-F238E27FC236}">
                  <a16:creationId xmlns:a16="http://schemas.microsoft.com/office/drawing/2014/main" id="{6C42CE3C-5382-36F7-356B-6BEFCB6037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81" name="Freeform 31">
              <a:extLst>
                <a:ext uri="{FF2B5EF4-FFF2-40B4-BE49-F238E27FC236}">
                  <a16:creationId xmlns:a16="http://schemas.microsoft.com/office/drawing/2014/main" id="{4CB19388-4082-7053-1EA3-05AF99E991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82" name="Freeform 32">
              <a:extLst>
                <a:ext uri="{FF2B5EF4-FFF2-40B4-BE49-F238E27FC236}">
                  <a16:creationId xmlns:a16="http://schemas.microsoft.com/office/drawing/2014/main" id="{B8EDDB03-0E0C-E42C-EAB3-E8F95AB638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83" name="Freeform 33">
              <a:extLst>
                <a:ext uri="{FF2B5EF4-FFF2-40B4-BE49-F238E27FC236}">
                  <a16:creationId xmlns:a16="http://schemas.microsoft.com/office/drawing/2014/main" id="{8558B4C5-D3CB-7D49-1DD3-5B8753DF4E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84" name="Freeform 34">
              <a:extLst>
                <a:ext uri="{FF2B5EF4-FFF2-40B4-BE49-F238E27FC236}">
                  <a16:creationId xmlns:a16="http://schemas.microsoft.com/office/drawing/2014/main" id="{C774D2FE-1F14-6CCF-3C0B-89DC18250E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85" name="Freeform 35">
              <a:extLst>
                <a:ext uri="{FF2B5EF4-FFF2-40B4-BE49-F238E27FC236}">
                  <a16:creationId xmlns:a16="http://schemas.microsoft.com/office/drawing/2014/main" id="{02845614-798D-3221-EAF6-DDAD144B79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86" name="Freeform 36">
              <a:extLst>
                <a:ext uri="{FF2B5EF4-FFF2-40B4-BE49-F238E27FC236}">
                  <a16:creationId xmlns:a16="http://schemas.microsoft.com/office/drawing/2014/main" id="{388EF294-5A56-17F7-F616-3DE597A617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87" name="Freeform 37">
              <a:extLst>
                <a:ext uri="{FF2B5EF4-FFF2-40B4-BE49-F238E27FC236}">
                  <a16:creationId xmlns:a16="http://schemas.microsoft.com/office/drawing/2014/main" id="{C223CE33-AB00-3886-DDF3-05CC7221BB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88" name="Freeform 38">
              <a:extLst>
                <a:ext uri="{FF2B5EF4-FFF2-40B4-BE49-F238E27FC236}">
                  <a16:creationId xmlns:a16="http://schemas.microsoft.com/office/drawing/2014/main" id="{5528DA92-8A8F-BCA7-AFA3-66B3E8FA43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290" name="Rectangle 289">
            <a:extLst>
              <a:ext uri="{FF2B5EF4-FFF2-40B4-BE49-F238E27FC236}">
                <a16:creationId xmlns:a16="http://schemas.microsoft.com/office/drawing/2014/main" id="{7BB20D77-C883-0DE3-40D0-19E29E35E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92" name="Freeform 11">
            <a:extLst>
              <a:ext uri="{FF2B5EF4-FFF2-40B4-BE49-F238E27FC236}">
                <a16:creationId xmlns:a16="http://schemas.microsoft.com/office/drawing/2014/main" id="{59384E12-F1FC-EE94-88A5-8E5F2F1443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E171DCB0-96F6-2B4A-3C38-8331053150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795735" cy="68580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96" name="Group 295">
            <a:extLst>
              <a:ext uri="{FF2B5EF4-FFF2-40B4-BE49-F238E27FC236}">
                <a16:creationId xmlns:a16="http://schemas.microsoft.com/office/drawing/2014/main" id="{6F0E51CC-F445-DED2-D54F-E38030BD2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786"/>
            <a:ext cx="2356675" cy="6854040"/>
            <a:chOff x="6627813" y="194833"/>
            <a:chExt cx="1952625" cy="5678918"/>
          </a:xfrm>
          <a:solidFill>
            <a:schemeClr val="bg2"/>
          </a:solidFill>
        </p:grpSpPr>
        <p:sp>
          <p:nvSpPr>
            <p:cNvPr id="297" name="Freeform 27">
              <a:extLst>
                <a:ext uri="{FF2B5EF4-FFF2-40B4-BE49-F238E27FC236}">
                  <a16:creationId xmlns:a16="http://schemas.microsoft.com/office/drawing/2014/main" id="{C81304F9-F813-23A5-B828-BB1A70A0EB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98" name="Freeform 28">
              <a:extLst>
                <a:ext uri="{FF2B5EF4-FFF2-40B4-BE49-F238E27FC236}">
                  <a16:creationId xmlns:a16="http://schemas.microsoft.com/office/drawing/2014/main" id="{BCF11C31-55ED-BDA5-B91F-A592156337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99" name="Freeform 29">
              <a:extLst>
                <a:ext uri="{FF2B5EF4-FFF2-40B4-BE49-F238E27FC236}">
                  <a16:creationId xmlns:a16="http://schemas.microsoft.com/office/drawing/2014/main" id="{6A8184D3-7955-05C0-52EC-40378882E1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00" name="Freeform 30">
              <a:extLst>
                <a:ext uri="{FF2B5EF4-FFF2-40B4-BE49-F238E27FC236}">
                  <a16:creationId xmlns:a16="http://schemas.microsoft.com/office/drawing/2014/main" id="{903623AE-3895-E12A-5B6F-8EB643AB5A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01" name="Freeform 31">
              <a:extLst>
                <a:ext uri="{FF2B5EF4-FFF2-40B4-BE49-F238E27FC236}">
                  <a16:creationId xmlns:a16="http://schemas.microsoft.com/office/drawing/2014/main" id="{97DB0214-5B9D-28F3-2830-3EC43A1E28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02" name="Freeform 32">
              <a:extLst>
                <a:ext uri="{FF2B5EF4-FFF2-40B4-BE49-F238E27FC236}">
                  <a16:creationId xmlns:a16="http://schemas.microsoft.com/office/drawing/2014/main" id="{728FDFA3-BC9C-2675-246E-AF9E3E356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03" name="Freeform 33">
              <a:extLst>
                <a:ext uri="{FF2B5EF4-FFF2-40B4-BE49-F238E27FC236}">
                  <a16:creationId xmlns:a16="http://schemas.microsoft.com/office/drawing/2014/main" id="{1811C5DB-5EFB-E5FB-5190-17C06B6ED3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04" name="Freeform 34">
              <a:extLst>
                <a:ext uri="{FF2B5EF4-FFF2-40B4-BE49-F238E27FC236}">
                  <a16:creationId xmlns:a16="http://schemas.microsoft.com/office/drawing/2014/main" id="{56BD4A40-6B8E-FF4D-1B12-7AD10C6FE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05" name="Freeform 35">
              <a:extLst>
                <a:ext uri="{FF2B5EF4-FFF2-40B4-BE49-F238E27FC236}">
                  <a16:creationId xmlns:a16="http://schemas.microsoft.com/office/drawing/2014/main" id="{DA7EF927-0A29-232F-7521-3A881FE9F2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06" name="Freeform 36">
              <a:extLst>
                <a:ext uri="{FF2B5EF4-FFF2-40B4-BE49-F238E27FC236}">
                  <a16:creationId xmlns:a16="http://schemas.microsoft.com/office/drawing/2014/main" id="{2C052E86-86FE-02E1-1785-E833D0FED4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07" name="Freeform 37">
              <a:extLst>
                <a:ext uri="{FF2B5EF4-FFF2-40B4-BE49-F238E27FC236}">
                  <a16:creationId xmlns:a16="http://schemas.microsoft.com/office/drawing/2014/main" id="{84C5A511-A2EF-2C75-CB97-0981038894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08" name="Freeform 38">
              <a:extLst>
                <a:ext uri="{FF2B5EF4-FFF2-40B4-BE49-F238E27FC236}">
                  <a16:creationId xmlns:a16="http://schemas.microsoft.com/office/drawing/2014/main" id="{B2DF322A-0054-16DB-4262-7FC55B0516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9E8A001-A2E3-270F-C456-3F37079E42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7056" y="1093380"/>
            <a:ext cx="3068182" cy="467124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3600" dirty="0"/>
              <a:t>Practical</a:t>
            </a:r>
          </a:p>
        </p:txBody>
      </p:sp>
      <p:sp>
        <p:nvSpPr>
          <p:cNvPr id="310" name="Freeform 11">
            <a:extLst>
              <a:ext uri="{FF2B5EF4-FFF2-40B4-BE49-F238E27FC236}">
                <a16:creationId xmlns:a16="http://schemas.microsoft.com/office/drawing/2014/main" id="{571ED788-3E87-BE62-4BBB-1B3219999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159" y="3179901"/>
            <a:ext cx="1098194" cy="514066"/>
          </a:xfrm>
          <a:custGeom>
            <a:avLst/>
            <a:gdLst>
              <a:gd name="connsiteX0" fmla="*/ 10000 w 10044"/>
              <a:gd name="connsiteY0" fmla="*/ 4701 h 9966"/>
              <a:gd name="connsiteX1" fmla="*/ 8559 w 10044"/>
              <a:gd name="connsiteY1" fmla="*/ 188 h 9966"/>
              <a:gd name="connsiteX2" fmla="*/ 8527 w 10044"/>
              <a:gd name="connsiteY2" fmla="*/ 94 h 9966"/>
              <a:gd name="connsiteX3" fmla="*/ 8438 w 10044"/>
              <a:gd name="connsiteY3" fmla="*/ 0 h 9966"/>
              <a:gd name="connsiteX4" fmla="*/ 7867 w 10044"/>
              <a:gd name="connsiteY4" fmla="*/ 0 h 9966"/>
              <a:gd name="connsiteX5" fmla="*/ 0 w 10044"/>
              <a:gd name="connsiteY5" fmla="*/ 70 h 9966"/>
              <a:gd name="connsiteX6" fmla="*/ 3132 w 10044"/>
              <a:gd name="connsiteY6" fmla="*/ 9763 h 9966"/>
              <a:gd name="connsiteX7" fmla="*/ 7867 w 10044"/>
              <a:gd name="connsiteY7" fmla="*/ 9966 h 9966"/>
              <a:gd name="connsiteX8" fmla="*/ 8438 w 10044"/>
              <a:gd name="connsiteY8" fmla="*/ 9966 h 9966"/>
              <a:gd name="connsiteX9" fmla="*/ 8527 w 10044"/>
              <a:gd name="connsiteY9" fmla="*/ 9872 h 9966"/>
              <a:gd name="connsiteX10" fmla="*/ 8559 w 10044"/>
              <a:gd name="connsiteY10" fmla="*/ 9778 h 9966"/>
              <a:gd name="connsiteX11" fmla="*/ 10000 w 10044"/>
              <a:gd name="connsiteY11" fmla="*/ 5265 h 9966"/>
              <a:gd name="connsiteX12" fmla="*/ 10000 w 10044"/>
              <a:gd name="connsiteY12" fmla="*/ 4701 h 9966"/>
              <a:gd name="connsiteX0" fmla="*/ 6839 w 6883"/>
              <a:gd name="connsiteY0" fmla="*/ 4885 h 10168"/>
              <a:gd name="connsiteX1" fmla="*/ 5405 w 6883"/>
              <a:gd name="connsiteY1" fmla="*/ 357 h 10168"/>
              <a:gd name="connsiteX2" fmla="*/ 5373 w 6883"/>
              <a:gd name="connsiteY2" fmla="*/ 262 h 10168"/>
              <a:gd name="connsiteX3" fmla="*/ 5284 w 6883"/>
              <a:gd name="connsiteY3" fmla="*/ 168 h 10168"/>
              <a:gd name="connsiteX4" fmla="*/ 4716 w 6883"/>
              <a:gd name="connsiteY4" fmla="*/ 168 h 10168"/>
              <a:gd name="connsiteX5" fmla="*/ 50 w 6883"/>
              <a:gd name="connsiteY5" fmla="*/ 0 h 10168"/>
              <a:gd name="connsiteX6" fmla="*/ 1 w 6883"/>
              <a:gd name="connsiteY6" fmla="*/ 9964 h 10168"/>
              <a:gd name="connsiteX7" fmla="*/ 4716 w 6883"/>
              <a:gd name="connsiteY7" fmla="*/ 10168 h 10168"/>
              <a:gd name="connsiteX8" fmla="*/ 5284 w 6883"/>
              <a:gd name="connsiteY8" fmla="*/ 10168 h 10168"/>
              <a:gd name="connsiteX9" fmla="*/ 5373 w 6883"/>
              <a:gd name="connsiteY9" fmla="*/ 10074 h 10168"/>
              <a:gd name="connsiteX10" fmla="*/ 5405 w 6883"/>
              <a:gd name="connsiteY10" fmla="*/ 9979 h 10168"/>
              <a:gd name="connsiteX11" fmla="*/ 6839 w 6883"/>
              <a:gd name="connsiteY11" fmla="*/ 5451 h 10168"/>
              <a:gd name="connsiteX12" fmla="*/ 6839 w 6883"/>
              <a:gd name="connsiteY12" fmla="*/ 4885 h 101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83" h="10168">
                <a:moveTo>
                  <a:pt x="6839" y="4885"/>
                </a:moveTo>
                <a:lnTo>
                  <a:pt x="5405" y="357"/>
                </a:lnTo>
                <a:cubicBezTo>
                  <a:pt x="5395" y="325"/>
                  <a:pt x="5383" y="294"/>
                  <a:pt x="5373" y="262"/>
                </a:cubicBezTo>
                <a:cubicBezTo>
                  <a:pt x="5344" y="168"/>
                  <a:pt x="5314" y="168"/>
                  <a:pt x="5284" y="168"/>
                </a:cubicBezTo>
                <a:lnTo>
                  <a:pt x="4716" y="168"/>
                </a:lnTo>
                <a:lnTo>
                  <a:pt x="50" y="0"/>
                </a:lnTo>
                <a:cubicBezTo>
                  <a:pt x="59" y="3322"/>
                  <a:pt x="-8" y="6643"/>
                  <a:pt x="1" y="9964"/>
                </a:cubicBezTo>
                <a:lnTo>
                  <a:pt x="4716" y="10168"/>
                </a:lnTo>
                <a:lnTo>
                  <a:pt x="5284" y="10168"/>
                </a:lnTo>
                <a:cubicBezTo>
                  <a:pt x="5314" y="10168"/>
                  <a:pt x="5344" y="10074"/>
                  <a:pt x="5373" y="10074"/>
                </a:cubicBezTo>
                <a:cubicBezTo>
                  <a:pt x="5373" y="9979"/>
                  <a:pt x="5405" y="9979"/>
                  <a:pt x="5405" y="9979"/>
                </a:cubicBezTo>
                <a:lnTo>
                  <a:pt x="6839" y="5451"/>
                </a:lnTo>
                <a:cubicBezTo>
                  <a:pt x="6898" y="5262"/>
                  <a:pt x="6898" y="5074"/>
                  <a:pt x="6839" y="488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12" name="Rectangle 311">
            <a:extLst>
              <a:ext uri="{FF2B5EF4-FFF2-40B4-BE49-F238E27FC236}">
                <a16:creationId xmlns:a16="http://schemas.microsoft.com/office/drawing/2014/main" id="{E0F1D04A-9B04-097C-BA5F-6A50E314D6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95736" y="0"/>
            <a:ext cx="7396264" cy="6858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9A93DF8-B9F9-4A94-8953-75CDFC0D00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70533" y="1692564"/>
            <a:ext cx="5870119" cy="33004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2456081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226</TotalTime>
  <Words>562</Words>
  <Application>Microsoft Office PowerPoint</Application>
  <PresentationFormat>Widescreen</PresentationFormat>
  <Paragraphs>53</Paragraphs>
  <Slides>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Arial</vt:lpstr>
      <vt:lpstr>Century Gothic</vt:lpstr>
      <vt:lpstr>Wingdings 3</vt:lpstr>
      <vt:lpstr>Wisp</vt:lpstr>
      <vt:lpstr>Version Control System (VCS)</vt:lpstr>
      <vt:lpstr>Version Control System (VCS)</vt:lpstr>
      <vt:lpstr>Other Version Control Systems</vt:lpstr>
      <vt:lpstr>Why GiT</vt:lpstr>
      <vt:lpstr>Top Features of Git</vt:lpstr>
      <vt:lpstr>Top Features of Git</vt:lpstr>
      <vt:lpstr>Learning goals</vt:lpstr>
      <vt:lpstr>Git Branching </vt:lpstr>
      <vt:lpstr>Practical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Md. Sarowar Alam</dc:creator>
  <cp:lastModifiedBy>Md. Sarowar Alam</cp:lastModifiedBy>
  <cp:revision>1</cp:revision>
  <dcterms:created xsi:type="dcterms:W3CDTF">2025-11-23T12:42:46Z</dcterms:created>
  <dcterms:modified xsi:type="dcterms:W3CDTF">2026-02-15T14:31:23Z</dcterms:modified>
</cp:coreProperties>
</file>